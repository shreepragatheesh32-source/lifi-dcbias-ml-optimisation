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jpeg"/>
  <Override PartName="/ppt/notesSlides/notesSlide1.xml" ContentType="application/vnd.openxmlformats-officedocument.presentationml.notesSlide+xml"/>
  <Override PartName="/ppt/media/image16.jpg" ContentType="image/jpeg"/>
  <Override PartName="/ppt/media/image18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7" r:id="rId2"/>
    <p:sldId id="400" r:id="rId3"/>
    <p:sldId id="409" r:id="rId4"/>
    <p:sldId id="418" r:id="rId5"/>
    <p:sldId id="415" r:id="rId6"/>
    <p:sldId id="401" r:id="rId7"/>
    <p:sldId id="412" r:id="rId8"/>
    <p:sldId id="417" r:id="rId9"/>
    <p:sldId id="416" r:id="rId10"/>
    <p:sldId id="402" r:id="rId11"/>
    <p:sldId id="269" r:id="rId12"/>
    <p:sldId id="403" r:id="rId13"/>
    <p:sldId id="406" r:id="rId14"/>
    <p:sldId id="275" r:id="rId15"/>
    <p:sldId id="413" r:id="rId16"/>
    <p:sldId id="414" r:id="rId17"/>
    <p:sldId id="410" r:id="rId18"/>
    <p:sldId id="283" r:id="rId19"/>
    <p:sldId id="407" r:id="rId20"/>
    <p:sldId id="4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n Mitch" initials="RM" lastIdx="1" clrIdx="0">
    <p:extLst>
      <p:ext uri="{19B8F6BF-5375-455C-9EA6-DF929625EA0E}">
        <p15:presenceInfo xmlns:p15="http://schemas.microsoft.com/office/powerpoint/2012/main" userId="S::romanm@whitecliffe.ac.nz::8e5db937-1d1c-4814-96a7-9051ddf70d6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9EB"/>
    <a:srgbClr val="FF0066"/>
    <a:srgbClr val="00AE8D"/>
    <a:srgbClr val="FFD900"/>
    <a:srgbClr val="FE3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3F7CBF-0C4C-418F-9E99-6749955C0386}" v="29" dt="2025-11-09T20:53:41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3" autoAdjust="0"/>
    <p:restoredTop sz="94660"/>
  </p:normalViewPr>
  <p:slideViewPr>
    <p:cSldViewPr snapToGrid="0">
      <p:cViewPr varScale="1">
        <p:scale>
          <a:sx n="59" d="100"/>
          <a:sy n="59" d="100"/>
        </p:scale>
        <p:origin x="98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theesh G. Shree" userId="eb05c6f578719b16" providerId="LiveId" clId="{FCF29611-9A43-474B-AABE-3673F006D394}"/>
    <pc:docChg chg="undo custSel addSld delSld modSld sldOrd">
      <pc:chgData name="Pragatheesh G. Shree" userId="eb05c6f578719b16" providerId="LiveId" clId="{FCF29611-9A43-474B-AABE-3673F006D394}" dt="2025-11-09T21:34:19.589" v="1356" actId="20577"/>
      <pc:docMkLst>
        <pc:docMk/>
      </pc:docMkLst>
      <pc:sldChg chg="addSp modSp mod">
        <pc:chgData name="Pragatheesh G. Shree" userId="eb05c6f578719b16" providerId="LiveId" clId="{FCF29611-9A43-474B-AABE-3673F006D394}" dt="2025-11-05T22:25:33.787" v="40" actId="14100"/>
        <pc:sldMkLst>
          <pc:docMk/>
          <pc:sldMk cId="2905587343" sldId="275"/>
        </pc:sldMkLst>
        <pc:picChg chg="add mod">
          <ac:chgData name="Pragatheesh G. Shree" userId="eb05c6f578719b16" providerId="LiveId" clId="{FCF29611-9A43-474B-AABE-3673F006D394}" dt="2025-11-05T22:25:33.787" v="40" actId="14100"/>
          <ac:picMkLst>
            <pc:docMk/>
            <pc:sldMk cId="2905587343" sldId="275"/>
            <ac:picMk id="5" creationId="{E01D1A3F-BD92-1C7D-793C-319A6A85B19E}"/>
          </ac:picMkLst>
        </pc:picChg>
      </pc:sldChg>
      <pc:sldChg chg="modSp mod">
        <pc:chgData name="Pragatheesh G. Shree" userId="eb05c6f578719b16" providerId="LiveId" clId="{FCF29611-9A43-474B-AABE-3673F006D394}" dt="2025-11-09T20:24:55.402" v="573" actId="20577"/>
        <pc:sldMkLst>
          <pc:docMk/>
          <pc:sldMk cId="1019670041" sldId="283"/>
        </pc:sldMkLst>
        <pc:spChg chg="mod">
          <ac:chgData name="Pragatheesh G. Shree" userId="eb05c6f578719b16" providerId="LiveId" clId="{FCF29611-9A43-474B-AABE-3673F006D394}" dt="2025-11-09T20:15:23.383" v="437" actId="1076"/>
          <ac:spMkLst>
            <pc:docMk/>
            <pc:sldMk cId="1019670041" sldId="283"/>
            <ac:spMk id="2" creationId="{B45E3AD9-5EE0-AB31-F1B0-0202D2F73475}"/>
          </ac:spMkLst>
        </pc:spChg>
        <pc:spChg chg="mod">
          <ac:chgData name="Pragatheesh G. Shree" userId="eb05c6f578719b16" providerId="LiveId" clId="{FCF29611-9A43-474B-AABE-3673F006D394}" dt="2025-11-09T20:24:55.402" v="573" actId="20577"/>
          <ac:spMkLst>
            <pc:docMk/>
            <pc:sldMk cId="1019670041" sldId="283"/>
            <ac:spMk id="4" creationId="{006B39A0-308A-72EF-4EBA-3162A2BC9F0E}"/>
          </ac:spMkLst>
        </pc:spChg>
      </pc:sldChg>
      <pc:sldChg chg="addSp modSp mod modTransition">
        <pc:chgData name="Pragatheesh G. Shree" userId="eb05c6f578719b16" providerId="LiveId" clId="{FCF29611-9A43-474B-AABE-3673F006D394}" dt="2025-11-09T21:02:13.711" v="1278" actId="1036"/>
        <pc:sldMkLst>
          <pc:docMk/>
          <pc:sldMk cId="1936212849" sldId="297"/>
        </pc:sldMkLst>
        <pc:spChg chg="mod">
          <ac:chgData name="Pragatheesh G. Shree" userId="eb05c6f578719b16" providerId="LiveId" clId="{FCF29611-9A43-474B-AABE-3673F006D394}" dt="2025-11-09T20:41:38.534" v="1001" actId="1076"/>
          <ac:spMkLst>
            <pc:docMk/>
            <pc:sldMk cId="1936212849" sldId="297"/>
            <ac:spMk id="2" creationId="{00000000-0000-0000-0000-000000000000}"/>
          </ac:spMkLst>
        </pc:spChg>
        <pc:spChg chg="mod">
          <ac:chgData name="Pragatheesh G. Shree" userId="eb05c6f578719b16" providerId="LiveId" clId="{FCF29611-9A43-474B-AABE-3673F006D394}" dt="2025-11-09T20:58:21.710" v="1188" actId="14100"/>
          <ac:spMkLst>
            <pc:docMk/>
            <pc:sldMk cId="1936212849" sldId="297"/>
            <ac:spMk id="3" creationId="{00000000-0000-0000-0000-000000000000}"/>
          </ac:spMkLst>
        </pc:spChg>
        <pc:spChg chg="mod">
          <ac:chgData name="Pragatheesh G. Shree" userId="eb05c6f578719b16" providerId="LiveId" clId="{FCF29611-9A43-474B-AABE-3673F006D394}" dt="2025-11-09T21:02:13.711" v="1278" actId="1036"/>
          <ac:spMkLst>
            <pc:docMk/>
            <pc:sldMk cId="1936212849" sldId="297"/>
            <ac:spMk id="6" creationId="{00000000-0000-0000-0000-000000000000}"/>
          </ac:spMkLst>
        </pc:spChg>
        <pc:spChg chg="mod">
          <ac:chgData name="Pragatheesh G. Shree" userId="eb05c6f578719b16" providerId="LiveId" clId="{FCF29611-9A43-474B-AABE-3673F006D394}" dt="2025-11-09T20:38:58.761" v="870" actId="1036"/>
          <ac:spMkLst>
            <pc:docMk/>
            <pc:sldMk cId="1936212849" sldId="297"/>
            <ac:spMk id="8" creationId="{00000000-0000-0000-0000-000000000000}"/>
          </ac:spMkLst>
        </pc:spChg>
        <pc:spChg chg="mod">
          <ac:chgData name="Pragatheesh G. Shree" userId="eb05c6f578719b16" providerId="LiveId" clId="{FCF29611-9A43-474B-AABE-3673F006D394}" dt="2025-11-09T20:39:17.627" v="961" actId="1037"/>
          <ac:spMkLst>
            <pc:docMk/>
            <pc:sldMk cId="1936212849" sldId="297"/>
            <ac:spMk id="14" creationId="{00000000-0000-0000-0000-000000000000}"/>
          </ac:spMkLst>
        </pc:spChg>
        <pc:spChg chg="mod">
          <ac:chgData name="Pragatheesh G. Shree" userId="eb05c6f578719b16" providerId="LiveId" clId="{FCF29611-9A43-474B-AABE-3673F006D394}" dt="2025-11-09T20:38:58.761" v="870" actId="1036"/>
          <ac:spMkLst>
            <pc:docMk/>
            <pc:sldMk cId="1936212849" sldId="297"/>
            <ac:spMk id="19" creationId="{00000000-0000-0000-0000-000000000000}"/>
          </ac:spMkLst>
        </pc:spChg>
        <pc:spChg chg="add mod">
          <ac:chgData name="Pragatheesh G. Shree" userId="eb05c6f578719b16" providerId="LiveId" clId="{FCF29611-9A43-474B-AABE-3673F006D394}" dt="2025-11-09T20:58:00.590" v="1185" actId="20577"/>
          <ac:spMkLst>
            <pc:docMk/>
            <pc:sldMk cId="1936212849" sldId="297"/>
            <ac:spMk id="23" creationId="{028686ED-2049-9E1E-2EAA-72B235844DC7}"/>
          </ac:spMkLst>
        </pc:spChg>
        <pc:grpChg chg="mod">
          <ac:chgData name="Pragatheesh G. Shree" userId="eb05c6f578719b16" providerId="LiveId" clId="{FCF29611-9A43-474B-AABE-3673F006D394}" dt="2025-11-09T20:38:58.761" v="870" actId="1036"/>
          <ac:grpSpMkLst>
            <pc:docMk/>
            <pc:sldMk cId="1936212849" sldId="297"/>
            <ac:grpSpMk id="9" creationId="{00000000-0000-0000-0000-000000000000}"/>
          </ac:grpSpMkLst>
        </pc:grpChg>
        <pc:grpChg chg="mod">
          <ac:chgData name="Pragatheesh G. Shree" userId="eb05c6f578719b16" providerId="LiveId" clId="{FCF29611-9A43-474B-AABE-3673F006D394}" dt="2025-11-09T20:38:58.761" v="870" actId="1036"/>
          <ac:grpSpMkLst>
            <pc:docMk/>
            <pc:sldMk cId="1936212849" sldId="297"/>
            <ac:grpSpMk id="15" creationId="{00000000-0000-0000-0000-000000000000}"/>
          </ac:grpSpMkLst>
        </pc:grpChg>
        <pc:grpChg chg="mod">
          <ac:chgData name="Pragatheesh G. Shree" userId="eb05c6f578719b16" providerId="LiveId" clId="{FCF29611-9A43-474B-AABE-3673F006D394}" dt="2025-11-09T20:38:58.761" v="870" actId="1036"/>
          <ac:grpSpMkLst>
            <pc:docMk/>
            <pc:sldMk cId="1936212849" sldId="297"/>
            <ac:grpSpMk id="20" creationId="{00000000-0000-0000-0000-000000000000}"/>
          </ac:grpSpMkLst>
        </pc:grpChg>
      </pc:sldChg>
      <pc:sldChg chg="modSp mod">
        <pc:chgData name="Pragatheesh G. Shree" userId="eb05c6f578719b16" providerId="LiveId" clId="{FCF29611-9A43-474B-AABE-3673F006D394}" dt="2025-11-09T21:34:19.589" v="1356" actId="20577"/>
        <pc:sldMkLst>
          <pc:docMk/>
          <pc:sldMk cId="1851507775" sldId="401"/>
        </pc:sldMkLst>
        <pc:spChg chg="mod">
          <ac:chgData name="Pragatheesh G. Shree" userId="eb05c6f578719b16" providerId="LiveId" clId="{FCF29611-9A43-474B-AABE-3673F006D394}" dt="2025-11-09T21:34:19.589" v="1356" actId="20577"/>
          <ac:spMkLst>
            <pc:docMk/>
            <pc:sldMk cId="1851507775" sldId="401"/>
            <ac:spMk id="4" creationId="{DC046744-9EF9-4F86-6365-EE24E862B14C}"/>
          </ac:spMkLst>
        </pc:spChg>
      </pc:sldChg>
      <pc:sldChg chg="modSp mod">
        <pc:chgData name="Pragatheesh G. Shree" userId="eb05c6f578719b16" providerId="LiveId" clId="{FCF29611-9A43-474B-AABE-3673F006D394}" dt="2025-11-05T23:00:40.885" v="214" actId="20577"/>
        <pc:sldMkLst>
          <pc:docMk/>
          <pc:sldMk cId="2192245149" sldId="403"/>
        </pc:sldMkLst>
        <pc:spChg chg="mod">
          <ac:chgData name="Pragatheesh G. Shree" userId="eb05c6f578719b16" providerId="LiveId" clId="{FCF29611-9A43-474B-AABE-3673F006D394}" dt="2025-11-05T23:00:40.885" v="214" actId="20577"/>
          <ac:spMkLst>
            <pc:docMk/>
            <pc:sldMk cId="2192245149" sldId="403"/>
            <ac:spMk id="8" creationId="{D634499F-B54F-51DA-1CD9-158C597D0430}"/>
          </ac:spMkLst>
        </pc:spChg>
      </pc:sldChg>
      <pc:sldChg chg="del">
        <pc:chgData name="Pragatheesh G. Shree" userId="eb05c6f578719b16" providerId="LiveId" clId="{FCF29611-9A43-474B-AABE-3673F006D394}" dt="2025-11-09T20:15:42.019" v="441" actId="2696"/>
        <pc:sldMkLst>
          <pc:docMk/>
          <pc:sldMk cId="1890830394" sldId="404"/>
        </pc:sldMkLst>
      </pc:sldChg>
      <pc:sldChg chg="del">
        <pc:chgData name="Pragatheesh G. Shree" userId="eb05c6f578719b16" providerId="LiveId" clId="{FCF29611-9A43-474B-AABE-3673F006D394}" dt="2025-11-09T20:42:38.103" v="1003" actId="47"/>
        <pc:sldMkLst>
          <pc:docMk/>
          <pc:sldMk cId="1789922562" sldId="405"/>
        </pc:sldMkLst>
      </pc:sldChg>
      <pc:sldChg chg="modSp mod">
        <pc:chgData name="Pragatheesh G. Shree" userId="eb05c6f578719b16" providerId="LiveId" clId="{FCF29611-9A43-474B-AABE-3673F006D394}" dt="2025-11-09T21:02:04.927" v="1229" actId="20577"/>
        <pc:sldMkLst>
          <pc:docMk/>
          <pc:sldMk cId="2638509349" sldId="406"/>
        </pc:sldMkLst>
        <pc:spChg chg="mod">
          <ac:chgData name="Pragatheesh G. Shree" userId="eb05c6f578719b16" providerId="LiveId" clId="{FCF29611-9A43-474B-AABE-3673F006D394}" dt="2025-11-09T20:44:41.912" v="1096" actId="20577"/>
          <ac:spMkLst>
            <pc:docMk/>
            <pc:sldMk cId="2638509349" sldId="406"/>
            <ac:spMk id="19" creationId="{573146BD-AEEF-8187-AFDD-8DB543049FA1}"/>
          </ac:spMkLst>
        </pc:spChg>
        <pc:spChg chg="mod">
          <ac:chgData name="Pragatheesh G. Shree" userId="eb05c6f578719b16" providerId="LiveId" clId="{FCF29611-9A43-474B-AABE-3673F006D394}" dt="2025-11-09T21:02:04.927" v="1229" actId="20577"/>
          <ac:spMkLst>
            <pc:docMk/>
            <pc:sldMk cId="2638509349" sldId="406"/>
            <ac:spMk id="23" creationId="{E68AF9EB-6674-775F-C69D-75C932A3B202}"/>
          </ac:spMkLst>
        </pc:spChg>
        <pc:spChg chg="mod">
          <ac:chgData name="Pragatheesh G. Shree" userId="eb05c6f578719b16" providerId="LiveId" clId="{FCF29611-9A43-474B-AABE-3673F006D394}" dt="2025-11-09T20:44:22.402" v="1082" actId="20577"/>
          <ac:spMkLst>
            <pc:docMk/>
            <pc:sldMk cId="2638509349" sldId="406"/>
            <ac:spMk id="27" creationId="{1DE2E3D7-721F-08B6-A1F5-9862C749035C}"/>
          </ac:spMkLst>
        </pc:spChg>
      </pc:sldChg>
      <pc:sldChg chg="addSp delSp modSp mod">
        <pc:chgData name="Pragatheesh G. Shree" userId="eb05c6f578719b16" providerId="LiveId" clId="{FCF29611-9A43-474B-AABE-3673F006D394}" dt="2025-11-09T20:54:23.886" v="1178" actId="20577"/>
        <pc:sldMkLst>
          <pc:docMk/>
          <pc:sldMk cId="1412161364" sldId="409"/>
        </pc:sldMkLst>
        <pc:spChg chg="del mod">
          <ac:chgData name="Pragatheesh G. Shree" userId="eb05c6f578719b16" providerId="LiveId" clId="{FCF29611-9A43-474B-AABE-3673F006D394}" dt="2025-11-09T20:10:05.257" v="253" actId="478"/>
          <ac:spMkLst>
            <pc:docMk/>
            <pc:sldMk cId="1412161364" sldId="409"/>
            <ac:spMk id="3" creationId="{DEFE3F08-0C9E-13E0-8D32-215DECC133E2}"/>
          </ac:spMkLst>
        </pc:spChg>
        <pc:spChg chg="add del mod">
          <ac:chgData name="Pragatheesh G. Shree" userId="eb05c6f578719b16" providerId="LiveId" clId="{FCF29611-9A43-474B-AABE-3673F006D394}" dt="2025-11-09T20:10:08.907" v="254" actId="478"/>
          <ac:spMkLst>
            <pc:docMk/>
            <pc:sldMk cId="1412161364" sldId="409"/>
            <ac:spMk id="5" creationId="{6885EA25-831D-F8BD-9267-B37896D636BF}"/>
          </ac:spMkLst>
        </pc:spChg>
        <pc:spChg chg="add mod">
          <ac:chgData name="Pragatheesh G. Shree" userId="eb05c6f578719b16" providerId="LiveId" clId="{FCF29611-9A43-474B-AABE-3673F006D394}" dt="2025-11-09T20:54:23.886" v="1178" actId="20577"/>
          <ac:spMkLst>
            <pc:docMk/>
            <pc:sldMk cId="1412161364" sldId="409"/>
            <ac:spMk id="9" creationId="{73AD1B24-5C12-320D-EEAD-44BF1B7E06BD}"/>
          </ac:spMkLst>
        </pc:spChg>
        <pc:spChg chg="del">
          <ac:chgData name="Pragatheesh G. Shree" userId="eb05c6f578719b16" providerId="LiveId" clId="{FCF29611-9A43-474B-AABE-3673F006D394}" dt="2025-11-09T20:10:08.907" v="254" actId="478"/>
          <ac:spMkLst>
            <pc:docMk/>
            <pc:sldMk cId="1412161364" sldId="409"/>
            <ac:spMk id="11" creationId="{9029BD09-9641-DAEA-D121-BC2FAD86A019}"/>
          </ac:spMkLst>
        </pc:spChg>
        <pc:spChg chg="del">
          <ac:chgData name="Pragatheesh G. Shree" userId="eb05c6f578719b16" providerId="LiveId" clId="{FCF29611-9A43-474B-AABE-3673F006D394}" dt="2025-11-09T20:10:08.907" v="254" actId="478"/>
          <ac:spMkLst>
            <pc:docMk/>
            <pc:sldMk cId="1412161364" sldId="409"/>
            <ac:spMk id="13" creationId="{73B3C583-3744-E3A2-58D3-FE7233C2FD40}"/>
          </ac:spMkLst>
        </pc:spChg>
        <pc:picChg chg="add del mod">
          <ac:chgData name="Pragatheesh G. Shree" userId="eb05c6f578719b16" providerId="LiveId" clId="{FCF29611-9A43-474B-AABE-3673F006D394}" dt="2025-11-09T20:46:46.504" v="1098" actId="478"/>
          <ac:picMkLst>
            <pc:docMk/>
            <pc:sldMk cId="1412161364" sldId="409"/>
            <ac:picMk id="7" creationId="{70C2B9E6-4E8A-FD74-EC5F-58E762C2E45B}"/>
          </ac:picMkLst>
        </pc:picChg>
        <pc:picChg chg="del">
          <ac:chgData name="Pragatheesh G. Shree" userId="eb05c6f578719b16" providerId="LiveId" clId="{FCF29611-9A43-474B-AABE-3673F006D394}" dt="2025-11-09T20:10:08.907" v="254" actId="478"/>
          <ac:picMkLst>
            <pc:docMk/>
            <pc:sldMk cId="1412161364" sldId="409"/>
            <ac:picMk id="8" creationId="{499B5A5F-45F2-F7BD-A80E-0211AF320B13}"/>
          </ac:picMkLst>
        </pc:picChg>
        <pc:picChg chg="add mod">
          <ac:chgData name="Pragatheesh G. Shree" userId="eb05c6f578719b16" providerId="LiveId" clId="{FCF29611-9A43-474B-AABE-3673F006D394}" dt="2025-11-09T20:53:08.153" v="1106" actId="962"/>
          <ac:picMkLst>
            <pc:docMk/>
            <pc:sldMk cId="1412161364" sldId="409"/>
            <ac:picMk id="12" creationId="{0BA5994F-1291-BFC7-C6D3-8E0776034825}"/>
          </ac:picMkLst>
        </pc:picChg>
        <pc:picChg chg="del">
          <ac:chgData name="Pragatheesh G. Shree" userId="eb05c6f578719b16" providerId="LiveId" clId="{FCF29611-9A43-474B-AABE-3673F006D394}" dt="2025-11-09T20:10:08.907" v="254" actId="478"/>
          <ac:picMkLst>
            <pc:docMk/>
            <pc:sldMk cId="1412161364" sldId="409"/>
            <ac:picMk id="15" creationId="{243582BE-2B93-8B33-1948-73F1329B7DF6}"/>
          </ac:picMkLst>
        </pc:picChg>
        <pc:picChg chg="del">
          <ac:chgData name="Pragatheesh G. Shree" userId="eb05c6f578719b16" providerId="LiveId" clId="{FCF29611-9A43-474B-AABE-3673F006D394}" dt="2025-11-09T20:10:08.907" v="254" actId="478"/>
          <ac:picMkLst>
            <pc:docMk/>
            <pc:sldMk cId="1412161364" sldId="409"/>
            <ac:picMk id="16" creationId="{6B8B80EF-4903-40FD-67AE-2B9AF3F4FF0A}"/>
          </ac:picMkLst>
        </pc:picChg>
        <pc:picChg chg="add mod">
          <ac:chgData name="Pragatheesh G. Shree" userId="eb05c6f578719b16" providerId="LiveId" clId="{FCF29611-9A43-474B-AABE-3673F006D394}" dt="2025-11-09T20:53:50.182" v="1112" actId="1076"/>
          <ac:picMkLst>
            <pc:docMk/>
            <pc:sldMk cId="1412161364" sldId="409"/>
            <ac:picMk id="17" creationId="{B0EA34E3-D3AF-A5FF-01FF-CB8289B90F14}"/>
          </ac:picMkLst>
        </pc:picChg>
        <pc:picChg chg="add del mod">
          <ac:chgData name="Pragatheesh G. Shree" userId="eb05c6f578719b16" providerId="LiveId" clId="{FCF29611-9A43-474B-AABE-3673F006D394}" dt="2025-11-09T20:10:33.680" v="260" actId="478"/>
          <ac:picMkLst>
            <pc:docMk/>
            <pc:sldMk cId="1412161364" sldId="409"/>
            <ac:picMk id="1026" creationId="{CBA1699E-4021-F082-8500-149D01E1C288}"/>
          </ac:picMkLst>
        </pc:picChg>
        <pc:picChg chg="add del mod">
          <ac:chgData name="Pragatheesh G. Shree" userId="eb05c6f578719b16" providerId="LiveId" clId="{FCF29611-9A43-474B-AABE-3673F006D394}" dt="2025-11-09T20:10:55.526" v="264" actId="478"/>
          <ac:picMkLst>
            <pc:docMk/>
            <pc:sldMk cId="1412161364" sldId="409"/>
            <ac:picMk id="1028" creationId="{35C1168D-72C8-0D6A-EC0A-F6404C081EF7}"/>
          </ac:picMkLst>
        </pc:picChg>
      </pc:sldChg>
      <pc:sldChg chg="addSp delSp modSp mod ord">
        <pc:chgData name="Pragatheesh G. Shree" userId="eb05c6f578719b16" providerId="LiveId" clId="{FCF29611-9A43-474B-AABE-3673F006D394}" dt="2025-11-09T21:06:28.821" v="1280" actId="1076"/>
        <pc:sldMkLst>
          <pc:docMk/>
          <pc:sldMk cId="2611923691" sldId="410"/>
        </pc:sldMkLst>
        <pc:spChg chg="add mod">
          <ac:chgData name="Pragatheesh G. Shree" userId="eb05c6f578719b16" providerId="LiveId" clId="{FCF29611-9A43-474B-AABE-3673F006D394}" dt="2025-11-09T21:06:28.821" v="1280" actId="1076"/>
          <ac:spMkLst>
            <pc:docMk/>
            <pc:sldMk cId="2611923691" sldId="410"/>
            <ac:spMk id="4" creationId="{B47865E6-3AB7-F6FB-C264-7B19115F5B50}"/>
          </ac:spMkLst>
        </pc:spChg>
        <pc:picChg chg="add mod">
          <ac:chgData name="Pragatheesh G. Shree" userId="eb05c6f578719b16" providerId="LiveId" clId="{FCF29611-9A43-474B-AABE-3673F006D394}" dt="2025-11-09T20:26:33.830" v="575" actId="1076"/>
          <ac:picMkLst>
            <pc:docMk/>
            <pc:sldMk cId="2611923691" sldId="410"/>
            <ac:picMk id="7174" creationId="{48F570FA-BB0E-6B02-B59B-5C907C7CCA46}"/>
          </ac:picMkLst>
        </pc:picChg>
      </pc:sldChg>
      <pc:sldChg chg="del ord">
        <pc:chgData name="Pragatheesh G. Shree" userId="eb05c6f578719b16" providerId="LiveId" clId="{FCF29611-9A43-474B-AABE-3673F006D394}" dt="2025-11-09T20:25:55.726" v="574" actId="47"/>
        <pc:sldMkLst>
          <pc:docMk/>
          <pc:sldMk cId="2942768438" sldId="411"/>
        </pc:sldMkLst>
      </pc:sldChg>
      <pc:sldChg chg="addSp delSp modSp add mod ord">
        <pc:chgData name="Pragatheesh G. Shree" userId="eb05c6f578719b16" providerId="LiveId" clId="{FCF29611-9A43-474B-AABE-3673F006D394}" dt="2025-11-09T20:21:45.646" v="489" actId="255"/>
        <pc:sldMkLst>
          <pc:docMk/>
          <pc:sldMk cId="2995534207" sldId="412"/>
        </pc:sldMkLst>
        <pc:spChg chg="mod">
          <ac:chgData name="Pragatheesh G. Shree" userId="eb05c6f578719b16" providerId="LiveId" clId="{FCF29611-9A43-474B-AABE-3673F006D394}" dt="2025-11-05T22:23:28.595" v="27" actId="20577"/>
          <ac:spMkLst>
            <pc:docMk/>
            <pc:sldMk cId="2995534207" sldId="412"/>
            <ac:spMk id="2" creationId="{C3887BF7-A538-D433-D6DE-267D96CBAE34}"/>
          </ac:spMkLst>
        </pc:spChg>
        <pc:spChg chg="add mod">
          <ac:chgData name="Pragatheesh G. Shree" userId="eb05c6f578719b16" providerId="LiveId" clId="{FCF29611-9A43-474B-AABE-3673F006D394}" dt="2025-11-09T20:21:45.646" v="489" actId="255"/>
          <ac:spMkLst>
            <pc:docMk/>
            <pc:sldMk cId="2995534207" sldId="412"/>
            <ac:spMk id="8" creationId="{F0F092B9-472F-99D4-7A4E-B3BB3E2418B3}"/>
          </ac:spMkLst>
        </pc:spChg>
        <pc:picChg chg="add mod">
          <ac:chgData name="Pragatheesh G. Shree" userId="eb05c6f578719b16" providerId="LiveId" clId="{FCF29611-9A43-474B-AABE-3673F006D394}" dt="2025-11-09T20:17:40.568" v="446" actId="1076"/>
          <ac:picMkLst>
            <pc:docMk/>
            <pc:sldMk cId="2995534207" sldId="412"/>
            <ac:picMk id="4" creationId="{8C069138-422D-EB6C-7276-75BBDA975680}"/>
          </ac:picMkLst>
        </pc:picChg>
        <pc:picChg chg="add mod">
          <ac:chgData name="Pragatheesh G. Shree" userId="eb05c6f578719b16" providerId="LiveId" clId="{FCF29611-9A43-474B-AABE-3673F006D394}" dt="2025-11-09T20:20:59.658" v="462" actId="1076"/>
          <ac:picMkLst>
            <pc:docMk/>
            <pc:sldMk cId="2995534207" sldId="412"/>
            <ac:picMk id="6" creationId="{1D30FA50-DCB0-09D3-1FF3-5050CA643538}"/>
          </ac:picMkLst>
        </pc:picChg>
        <pc:picChg chg="add del mod">
          <ac:chgData name="Pragatheesh G. Shree" userId="eb05c6f578719b16" providerId="LiveId" clId="{FCF29611-9A43-474B-AABE-3673F006D394}" dt="2025-11-09T20:16:20.089" v="443" actId="478"/>
          <ac:picMkLst>
            <pc:docMk/>
            <pc:sldMk cId="2995534207" sldId="412"/>
            <ac:picMk id="7" creationId="{35AF1795-A5D7-EC9F-CEA1-B67252F84C5B}"/>
          </ac:picMkLst>
        </pc:picChg>
      </pc:sldChg>
      <pc:sldChg chg="addSp delSp modSp add mod">
        <pc:chgData name="Pragatheesh G. Shree" userId="eb05c6f578719b16" providerId="LiveId" clId="{FCF29611-9A43-474B-AABE-3673F006D394}" dt="2025-11-05T22:25:39.412" v="41" actId="14100"/>
        <pc:sldMkLst>
          <pc:docMk/>
          <pc:sldMk cId="3768111213" sldId="413"/>
        </pc:sldMkLst>
        <pc:picChg chg="add mod">
          <ac:chgData name="Pragatheesh G. Shree" userId="eb05c6f578719b16" providerId="LiveId" clId="{FCF29611-9A43-474B-AABE-3673F006D394}" dt="2025-11-05T22:25:39.412" v="41" actId="14100"/>
          <ac:picMkLst>
            <pc:docMk/>
            <pc:sldMk cId="3768111213" sldId="413"/>
            <ac:picMk id="7" creationId="{8F71427C-5E15-06EA-B37B-71BAC23EFF80}"/>
          </ac:picMkLst>
        </pc:picChg>
      </pc:sldChg>
      <pc:sldChg chg="delSp modSp add">
        <pc:chgData name="Pragatheesh G. Shree" userId="eb05c6f578719b16" providerId="LiveId" clId="{FCF29611-9A43-474B-AABE-3673F006D394}" dt="2025-11-05T22:29:29.777" v="75" actId="1036"/>
        <pc:sldMkLst>
          <pc:docMk/>
          <pc:sldMk cId="1503238432" sldId="414"/>
        </pc:sldMkLst>
        <pc:picChg chg="mod">
          <ac:chgData name="Pragatheesh G. Shree" userId="eb05c6f578719b16" providerId="LiveId" clId="{FCF29611-9A43-474B-AABE-3673F006D394}" dt="2025-11-05T22:29:14.294" v="65" actId="1076"/>
          <ac:picMkLst>
            <pc:docMk/>
            <pc:sldMk cId="1503238432" sldId="414"/>
            <ac:picMk id="7170" creationId="{FAC1E0BC-2FD4-360C-EC80-197635E05AF6}"/>
          </ac:picMkLst>
        </pc:picChg>
        <pc:picChg chg="mod">
          <ac:chgData name="Pragatheesh G. Shree" userId="eb05c6f578719b16" providerId="LiveId" clId="{FCF29611-9A43-474B-AABE-3673F006D394}" dt="2025-11-05T22:29:29.777" v="75" actId="1036"/>
          <ac:picMkLst>
            <pc:docMk/>
            <pc:sldMk cId="1503238432" sldId="414"/>
            <ac:picMk id="7172" creationId="{59693D69-2786-2D05-E1A0-82EAAC499DBD}"/>
          </ac:picMkLst>
        </pc:picChg>
      </pc:sldChg>
      <pc:sldChg chg="addSp modSp add mod">
        <pc:chgData name="Pragatheesh G. Shree" userId="eb05c6f578719b16" providerId="LiveId" clId="{FCF29611-9A43-474B-AABE-3673F006D394}" dt="2025-11-09T20:14:43.590" v="433" actId="1076"/>
        <pc:sldMkLst>
          <pc:docMk/>
          <pc:sldMk cId="3217171101" sldId="415"/>
        </pc:sldMkLst>
        <pc:spChg chg="mod">
          <ac:chgData name="Pragatheesh G. Shree" userId="eb05c6f578719b16" providerId="LiveId" clId="{FCF29611-9A43-474B-AABE-3673F006D394}" dt="2025-11-09T20:13:39.590" v="359" actId="20577"/>
          <ac:spMkLst>
            <pc:docMk/>
            <pc:sldMk cId="3217171101" sldId="415"/>
            <ac:spMk id="3" creationId="{7CC99F76-F606-9443-155E-DE61DD4541DD}"/>
          </ac:spMkLst>
        </pc:spChg>
        <pc:spChg chg="add mod">
          <ac:chgData name="Pragatheesh G. Shree" userId="eb05c6f578719b16" providerId="LiveId" clId="{FCF29611-9A43-474B-AABE-3673F006D394}" dt="2025-11-09T20:14:43.590" v="433" actId="1076"/>
          <ac:spMkLst>
            <pc:docMk/>
            <pc:sldMk cId="3217171101" sldId="415"/>
            <ac:spMk id="4" creationId="{80DAD456-3EF1-E20C-6EB0-EEF990D72592}"/>
          </ac:spMkLst>
        </pc:spChg>
      </pc:sldChg>
      <pc:sldChg chg="add">
        <pc:chgData name="Pragatheesh G. Shree" userId="eb05c6f578719b16" providerId="LiveId" clId="{FCF29611-9A43-474B-AABE-3673F006D394}" dt="2025-11-09T20:16:12.796" v="442" actId="2890"/>
        <pc:sldMkLst>
          <pc:docMk/>
          <pc:sldMk cId="3608146062" sldId="416"/>
        </pc:sldMkLst>
      </pc:sldChg>
      <pc:sldChg chg="addSp delSp modSp add del mod">
        <pc:chgData name="Pragatheesh G. Shree" userId="eb05c6f578719b16" providerId="LiveId" clId="{FCF29611-9A43-474B-AABE-3673F006D394}" dt="2025-11-09T20:23:09.285" v="515" actId="1076"/>
        <pc:sldMkLst>
          <pc:docMk/>
          <pc:sldMk cId="3000596664" sldId="417"/>
        </pc:sldMkLst>
        <pc:spChg chg="add mod">
          <ac:chgData name="Pragatheesh G. Shree" userId="eb05c6f578719b16" providerId="LiveId" clId="{FCF29611-9A43-474B-AABE-3673F006D394}" dt="2025-11-09T20:23:09.285" v="515" actId="1076"/>
          <ac:spMkLst>
            <pc:docMk/>
            <pc:sldMk cId="3000596664" sldId="417"/>
            <ac:spMk id="10" creationId="{CAAFD678-158A-8FD7-5CE8-1DEE63AC7A2C}"/>
          </ac:spMkLst>
        </pc:spChg>
        <pc:picChg chg="del">
          <ac:chgData name="Pragatheesh G. Shree" userId="eb05c6f578719b16" providerId="LiveId" clId="{FCF29611-9A43-474B-AABE-3673F006D394}" dt="2025-11-09T20:17:52.832" v="448" actId="478"/>
          <ac:picMkLst>
            <pc:docMk/>
            <pc:sldMk cId="3000596664" sldId="417"/>
            <ac:picMk id="4" creationId="{1823C2B1-11F2-AADB-F5DF-5D1D114A1F3D}"/>
          </ac:picMkLst>
        </pc:picChg>
        <pc:picChg chg="add mod">
          <ac:chgData name="Pragatheesh G. Shree" userId="eb05c6f578719b16" providerId="LiveId" clId="{FCF29611-9A43-474B-AABE-3673F006D394}" dt="2025-11-09T20:18:21.314" v="450" actId="1076"/>
          <ac:picMkLst>
            <pc:docMk/>
            <pc:sldMk cId="3000596664" sldId="417"/>
            <ac:picMk id="5" creationId="{47F4FB71-082F-F2C1-7AE6-13C8F833B34E}"/>
          </ac:picMkLst>
        </pc:picChg>
        <pc:picChg chg="add del mod">
          <ac:chgData name="Pragatheesh G. Shree" userId="eb05c6f578719b16" providerId="LiveId" clId="{FCF29611-9A43-474B-AABE-3673F006D394}" dt="2025-11-09T20:22:13.223" v="493" actId="478"/>
          <ac:picMkLst>
            <pc:docMk/>
            <pc:sldMk cId="3000596664" sldId="417"/>
            <ac:picMk id="7" creationId="{D8665955-074A-0183-EF48-E5E4CF3A1FB0}"/>
          </ac:picMkLst>
        </pc:picChg>
        <pc:picChg chg="add mod">
          <ac:chgData name="Pragatheesh G. Shree" userId="eb05c6f578719b16" providerId="LiveId" clId="{FCF29611-9A43-474B-AABE-3673F006D394}" dt="2025-11-09T20:22:34.577" v="500" actId="1076"/>
          <ac:picMkLst>
            <pc:docMk/>
            <pc:sldMk cId="3000596664" sldId="417"/>
            <ac:picMk id="9" creationId="{3DDF6FA2-939F-9739-452F-65BDFAC69686}"/>
          </ac:picMkLst>
        </pc:picChg>
      </pc:sldChg>
      <pc:sldChg chg="add">
        <pc:chgData name="Pragatheesh G. Shree" userId="eb05c6f578719b16" providerId="LiveId" clId="{FCF29611-9A43-474B-AABE-3673F006D394}" dt="2025-11-09T20:46:43.599" v="1097" actId="2890"/>
        <pc:sldMkLst>
          <pc:docMk/>
          <pc:sldMk cId="687253833" sldId="4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1AFF-7251-4CD6-A772-7357C0069019}" type="datetimeFigureOut">
              <a:rPr lang="en-AU" smtClean="0"/>
              <a:t>10/11/2025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37B64-1F4D-452B-96B5-B2EBC3B2E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14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[2]. https://idealcrm.app/construction-sales/top-7-sales-forecasting-benefits/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637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4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59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5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61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231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B60D-3E04-C0C2-E44E-00D81D57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22322-95B7-4E47-5760-4E02C271C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6C349-68B4-73DA-5B0C-B9678383C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016CA-0355-4364-E042-6481C7E22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800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EBC8-A215-754F-0D9A-0C45E074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5F70-A1AB-A4EA-FA77-541226E1C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5B816-26D1-51C1-D950-083FB2DA3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68476-993E-8737-5DFB-3D6A58525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05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154F-CCBB-80A5-F105-380DCB35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2058F-6292-DB78-BBC4-9D117F7FC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F3AED-6030-AFF1-C2CE-42FA37AB9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936E9-603B-F393-0DB1-96FC8FE12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697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296D-DDDD-AE4F-7D7D-4E52EC67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FF7A6-970D-78FF-E5A3-3FEC4DB63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AA991-A241-CFD8-963A-AE31F0F00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34630-8146-A311-7E67-3BD3413D6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26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F9C8-B1AA-4069-B7D5-1855EB7518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96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A88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A88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1399" y="6179399"/>
            <a:ext cx="297446" cy="16954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3193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A88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81399" y="6179399"/>
            <a:ext cx="297446" cy="1695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7900" y="811025"/>
            <a:ext cx="357949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A88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7900" y="1981835"/>
            <a:ext cx="10542549" cy="281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3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6858000"/>
                </a:lnTo>
                <a:lnTo>
                  <a:pt x="12193206" y="6858000"/>
                </a:lnTo>
                <a:lnTo>
                  <a:pt x="12193206" y="0"/>
                </a:lnTo>
                <a:close/>
              </a:path>
            </a:pathLst>
          </a:custGeom>
          <a:solidFill>
            <a:srgbClr val="02030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230" y="1676400"/>
            <a:ext cx="8422467" cy="24750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b="1" dirty="0" err="1">
                <a:solidFill>
                  <a:srgbClr val="00AE8D"/>
                </a:solidFill>
                <a:latin typeface="GT Walsheim Regular"/>
                <a:cs typeface="Microsoft Sans Serif"/>
              </a:rPr>
              <a:t>Optimising</a:t>
            </a:r>
            <a:r>
              <a:rPr lang="en-US" sz="4000" b="1" dirty="0">
                <a:solidFill>
                  <a:srgbClr val="00AE8D"/>
                </a:solidFill>
                <a:latin typeface="GT Walsheim Regular"/>
                <a:cs typeface="Microsoft Sans Serif"/>
              </a:rPr>
              <a:t> DC Bias in DCO-OFDM </a:t>
            </a:r>
            <a:r>
              <a:rPr lang="en-US" sz="4000" b="1" dirty="0" err="1">
                <a:solidFill>
                  <a:srgbClr val="00AE8D"/>
                </a:solidFill>
                <a:latin typeface="GT Walsheim Regular"/>
                <a:cs typeface="Microsoft Sans Serif"/>
              </a:rPr>
              <a:t>Lifi</a:t>
            </a:r>
            <a:r>
              <a:rPr lang="en-US" sz="4000" b="1" dirty="0">
                <a:solidFill>
                  <a:srgbClr val="00AE8D"/>
                </a:solidFill>
                <a:latin typeface="GT Walsheim Regular"/>
                <a:cs typeface="Microsoft Sans Serif"/>
              </a:rPr>
              <a:t> Systems Using Machine Learning</a:t>
            </a:r>
            <a:br>
              <a:rPr lang="en-GB" sz="4000" dirty="0">
                <a:solidFill>
                  <a:srgbClr val="FFFFFF"/>
                </a:solidFill>
                <a:latin typeface="GT Walsheim Regular"/>
                <a:cs typeface="Microsoft Sans Serif"/>
              </a:rPr>
            </a:br>
            <a:br>
              <a:rPr lang="en-GB" sz="4000" dirty="0">
                <a:solidFill>
                  <a:srgbClr val="FFFFFF"/>
                </a:solidFill>
                <a:latin typeface="GT Walsheim Regular"/>
                <a:cs typeface="Microsoft Sans Serif"/>
              </a:rPr>
            </a:br>
            <a:endParaRPr sz="4000" dirty="0">
              <a:latin typeface="GT Walsheim Regular" panose="02000503030000020003" pitchFamily="2" charset="77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6928" y="5796958"/>
            <a:ext cx="1475105" cy="1061085"/>
          </a:xfrm>
          <a:custGeom>
            <a:avLst/>
            <a:gdLst/>
            <a:ahLst/>
            <a:cxnLst/>
            <a:rect l="l" t="t" r="r" b="b"/>
            <a:pathLst>
              <a:path w="1475104" h="1061084">
                <a:moveTo>
                  <a:pt x="737285" y="0"/>
                </a:moveTo>
                <a:lnTo>
                  <a:pt x="688808" y="1561"/>
                </a:lnTo>
                <a:lnTo>
                  <a:pt x="641167" y="6180"/>
                </a:lnTo>
                <a:lnTo>
                  <a:pt x="594462" y="13760"/>
                </a:lnTo>
                <a:lnTo>
                  <a:pt x="548788" y="24205"/>
                </a:lnTo>
                <a:lnTo>
                  <a:pt x="504243" y="37418"/>
                </a:lnTo>
                <a:lnTo>
                  <a:pt x="460924" y="53302"/>
                </a:lnTo>
                <a:lnTo>
                  <a:pt x="418928" y="71760"/>
                </a:lnTo>
                <a:lnTo>
                  <a:pt x="378352" y="92696"/>
                </a:lnTo>
                <a:lnTo>
                  <a:pt x="339294" y="116012"/>
                </a:lnTo>
                <a:lnTo>
                  <a:pt x="301850" y="141613"/>
                </a:lnTo>
                <a:lnTo>
                  <a:pt x="266118" y="169402"/>
                </a:lnTo>
                <a:lnTo>
                  <a:pt x="232195" y="199281"/>
                </a:lnTo>
                <a:lnTo>
                  <a:pt x="200178" y="231154"/>
                </a:lnTo>
                <a:lnTo>
                  <a:pt x="170164" y="264924"/>
                </a:lnTo>
                <a:lnTo>
                  <a:pt x="142250" y="300495"/>
                </a:lnTo>
                <a:lnTo>
                  <a:pt x="116534" y="337770"/>
                </a:lnTo>
                <a:lnTo>
                  <a:pt x="93112" y="376652"/>
                </a:lnTo>
                <a:lnTo>
                  <a:pt x="72082" y="417044"/>
                </a:lnTo>
                <a:lnTo>
                  <a:pt x="53541" y="458850"/>
                </a:lnTo>
                <a:lnTo>
                  <a:pt x="37586" y="501973"/>
                </a:lnTo>
                <a:lnTo>
                  <a:pt x="24314" y="546317"/>
                </a:lnTo>
                <a:lnTo>
                  <a:pt x="13822" y="591784"/>
                </a:lnTo>
                <a:lnTo>
                  <a:pt x="6208" y="638277"/>
                </a:lnTo>
                <a:lnTo>
                  <a:pt x="1568" y="685701"/>
                </a:lnTo>
                <a:lnTo>
                  <a:pt x="0" y="733958"/>
                </a:lnTo>
                <a:lnTo>
                  <a:pt x="1568" y="782221"/>
                </a:lnTo>
                <a:lnTo>
                  <a:pt x="6208" y="829649"/>
                </a:lnTo>
                <a:lnTo>
                  <a:pt x="13822" y="876147"/>
                </a:lnTo>
                <a:lnTo>
                  <a:pt x="24314" y="921617"/>
                </a:lnTo>
                <a:lnTo>
                  <a:pt x="37586" y="965963"/>
                </a:lnTo>
                <a:lnTo>
                  <a:pt x="53541" y="1009088"/>
                </a:lnTo>
                <a:lnTo>
                  <a:pt x="72082" y="1050896"/>
                </a:lnTo>
                <a:lnTo>
                  <a:pt x="77364" y="1061041"/>
                </a:lnTo>
                <a:lnTo>
                  <a:pt x="1397216" y="1061041"/>
                </a:lnTo>
                <a:lnTo>
                  <a:pt x="1421040" y="1009088"/>
                </a:lnTo>
                <a:lnTo>
                  <a:pt x="1436996" y="965963"/>
                </a:lnTo>
                <a:lnTo>
                  <a:pt x="1450269" y="921617"/>
                </a:lnTo>
                <a:lnTo>
                  <a:pt x="1460761" y="876147"/>
                </a:lnTo>
                <a:lnTo>
                  <a:pt x="1468375" y="829649"/>
                </a:lnTo>
                <a:lnTo>
                  <a:pt x="1473016" y="782221"/>
                </a:lnTo>
                <a:lnTo>
                  <a:pt x="1474584" y="733958"/>
                </a:lnTo>
                <a:lnTo>
                  <a:pt x="1473016" y="685701"/>
                </a:lnTo>
                <a:lnTo>
                  <a:pt x="1468375" y="638277"/>
                </a:lnTo>
                <a:lnTo>
                  <a:pt x="1460761" y="591784"/>
                </a:lnTo>
                <a:lnTo>
                  <a:pt x="1450269" y="546317"/>
                </a:lnTo>
                <a:lnTo>
                  <a:pt x="1436996" y="501973"/>
                </a:lnTo>
                <a:lnTo>
                  <a:pt x="1421040" y="458850"/>
                </a:lnTo>
                <a:lnTo>
                  <a:pt x="1402498" y="417044"/>
                </a:lnTo>
                <a:lnTo>
                  <a:pt x="1381468" y="376652"/>
                </a:lnTo>
                <a:lnTo>
                  <a:pt x="1358045" y="337770"/>
                </a:lnTo>
                <a:lnTo>
                  <a:pt x="1332328" y="300495"/>
                </a:lnTo>
                <a:lnTo>
                  <a:pt x="1304414" y="264924"/>
                </a:lnTo>
                <a:lnTo>
                  <a:pt x="1274399" y="231154"/>
                </a:lnTo>
                <a:lnTo>
                  <a:pt x="1242381" y="199281"/>
                </a:lnTo>
                <a:lnTo>
                  <a:pt x="1208457" y="169402"/>
                </a:lnTo>
                <a:lnTo>
                  <a:pt x="1172725" y="141613"/>
                </a:lnTo>
                <a:lnTo>
                  <a:pt x="1135280" y="116012"/>
                </a:lnTo>
                <a:lnTo>
                  <a:pt x="1096222" y="92696"/>
                </a:lnTo>
                <a:lnTo>
                  <a:pt x="1055645" y="71760"/>
                </a:lnTo>
                <a:lnTo>
                  <a:pt x="1013649" y="53302"/>
                </a:lnTo>
                <a:lnTo>
                  <a:pt x="970329" y="37418"/>
                </a:lnTo>
                <a:lnTo>
                  <a:pt x="925784" y="24205"/>
                </a:lnTo>
                <a:lnTo>
                  <a:pt x="880109" y="13760"/>
                </a:lnTo>
                <a:lnTo>
                  <a:pt x="833403" y="6180"/>
                </a:lnTo>
                <a:lnTo>
                  <a:pt x="785763" y="1561"/>
                </a:lnTo>
                <a:lnTo>
                  <a:pt x="737285" y="0"/>
                </a:lnTo>
                <a:close/>
              </a:path>
            </a:pathLst>
          </a:custGeom>
          <a:solidFill>
            <a:srgbClr val="EF41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42245" y="4730775"/>
            <a:ext cx="1351280" cy="1898014"/>
          </a:xfrm>
          <a:custGeom>
            <a:avLst/>
            <a:gdLst/>
            <a:ahLst/>
            <a:cxnLst/>
            <a:rect l="l" t="t" r="r" b="b"/>
            <a:pathLst>
              <a:path w="1351279" h="1898015">
                <a:moveTo>
                  <a:pt x="1350948" y="0"/>
                </a:moveTo>
                <a:lnTo>
                  <a:pt x="0" y="0"/>
                </a:lnTo>
                <a:lnTo>
                  <a:pt x="616" y="50237"/>
                </a:lnTo>
                <a:lnTo>
                  <a:pt x="2455" y="100172"/>
                </a:lnTo>
                <a:lnTo>
                  <a:pt x="5503" y="149792"/>
                </a:lnTo>
                <a:lnTo>
                  <a:pt x="9745" y="199081"/>
                </a:lnTo>
                <a:lnTo>
                  <a:pt x="15167" y="248025"/>
                </a:lnTo>
                <a:lnTo>
                  <a:pt x="21755" y="296611"/>
                </a:lnTo>
                <a:lnTo>
                  <a:pt x="29494" y="344824"/>
                </a:lnTo>
                <a:lnTo>
                  <a:pt x="38370" y="392649"/>
                </a:lnTo>
                <a:lnTo>
                  <a:pt x="48369" y="440073"/>
                </a:lnTo>
                <a:lnTo>
                  <a:pt x="59477" y="487081"/>
                </a:lnTo>
                <a:lnTo>
                  <a:pt x="71679" y="533659"/>
                </a:lnTo>
                <a:lnTo>
                  <a:pt x="84961" y="579793"/>
                </a:lnTo>
                <a:lnTo>
                  <a:pt x="99308" y="625468"/>
                </a:lnTo>
                <a:lnTo>
                  <a:pt x="114707" y="670671"/>
                </a:lnTo>
                <a:lnTo>
                  <a:pt x="131143" y="715387"/>
                </a:lnTo>
                <a:lnTo>
                  <a:pt x="148602" y="759601"/>
                </a:lnTo>
                <a:lnTo>
                  <a:pt x="167069" y="803301"/>
                </a:lnTo>
                <a:lnTo>
                  <a:pt x="186530" y="846470"/>
                </a:lnTo>
                <a:lnTo>
                  <a:pt x="206971" y="889096"/>
                </a:lnTo>
                <a:lnTo>
                  <a:pt x="228378" y="931164"/>
                </a:lnTo>
                <a:lnTo>
                  <a:pt x="250736" y="972659"/>
                </a:lnTo>
                <a:lnTo>
                  <a:pt x="274031" y="1013568"/>
                </a:lnTo>
                <a:lnTo>
                  <a:pt x="298248" y="1053876"/>
                </a:lnTo>
                <a:lnTo>
                  <a:pt x="323374" y="1093569"/>
                </a:lnTo>
                <a:lnTo>
                  <a:pt x="349394" y="1132632"/>
                </a:lnTo>
                <a:lnTo>
                  <a:pt x="376294" y="1171052"/>
                </a:lnTo>
                <a:lnTo>
                  <a:pt x="404059" y="1208815"/>
                </a:lnTo>
                <a:lnTo>
                  <a:pt x="432676" y="1245905"/>
                </a:lnTo>
                <a:lnTo>
                  <a:pt x="462129" y="1282309"/>
                </a:lnTo>
                <a:lnTo>
                  <a:pt x="492405" y="1318013"/>
                </a:lnTo>
                <a:lnTo>
                  <a:pt x="523489" y="1353002"/>
                </a:lnTo>
                <a:lnTo>
                  <a:pt x="555368" y="1387262"/>
                </a:lnTo>
                <a:lnTo>
                  <a:pt x="588025" y="1420779"/>
                </a:lnTo>
                <a:lnTo>
                  <a:pt x="621449" y="1453538"/>
                </a:lnTo>
                <a:lnTo>
                  <a:pt x="655623" y="1485526"/>
                </a:lnTo>
                <a:lnTo>
                  <a:pt x="690534" y="1516728"/>
                </a:lnTo>
                <a:lnTo>
                  <a:pt x="726168" y="1547130"/>
                </a:lnTo>
                <a:lnTo>
                  <a:pt x="762510" y="1576718"/>
                </a:lnTo>
                <a:lnTo>
                  <a:pt x="799546" y="1605477"/>
                </a:lnTo>
                <a:lnTo>
                  <a:pt x="837261" y="1633393"/>
                </a:lnTo>
                <a:lnTo>
                  <a:pt x="875642" y="1660452"/>
                </a:lnTo>
                <a:lnTo>
                  <a:pt x="914674" y="1686640"/>
                </a:lnTo>
                <a:lnTo>
                  <a:pt x="954342" y="1711943"/>
                </a:lnTo>
                <a:lnTo>
                  <a:pt x="994633" y="1736346"/>
                </a:lnTo>
                <a:lnTo>
                  <a:pt x="1035532" y="1759834"/>
                </a:lnTo>
                <a:lnTo>
                  <a:pt x="1077025" y="1782395"/>
                </a:lnTo>
                <a:lnTo>
                  <a:pt x="1119098" y="1804013"/>
                </a:lnTo>
                <a:lnTo>
                  <a:pt x="1161735" y="1824674"/>
                </a:lnTo>
                <a:lnTo>
                  <a:pt x="1204924" y="1844365"/>
                </a:lnTo>
                <a:lnTo>
                  <a:pt x="1248649" y="1863070"/>
                </a:lnTo>
                <a:lnTo>
                  <a:pt x="1292897" y="1880776"/>
                </a:lnTo>
                <a:lnTo>
                  <a:pt x="1337652" y="1897468"/>
                </a:lnTo>
                <a:lnTo>
                  <a:pt x="1350948" y="1860815"/>
                </a:lnTo>
                <a:lnTo>
                  <a:pt x="1350948" y="0"/>
                </a:lnTo>
                <a:close/>
              </a:path>
            </a:pathLst>
          </a:custGeom>
          <a:solidFill>
            <a:srgbClr val="FDD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61778" y="1945529"/>
            <a:ext cx="2311400" cy="3413760"/>
          </a:xfrm>
          <a:custGeom>
            <a:avLst/>
            <a:gdLst/>
            <a:ahLst/>
            <a:cxnLst/>
            <a:rect l="l" t="t" r="r" b="b"/>
            <a:pathLst>
              <a:path w="2311400" h="3413760">
                <a:moveTo>
                  <a:pt x="2311082" y="0"/>
                </a:moveTo>
                <a:lnTo>
                  <a:pt x="1233436" y="0"/>
                </a:lnTo>
                <a:lnTo>
                  <a:pt x="0" y="3413493"/>
                </a:lnTo>
                <a:lnTo>
                  <a:pt x="1076680" y="3413493"/>
                </a:lnTo>
                <a:lnTo>
                  <a:pt x="2311082" y="0"/>
                </a:lnTo>
                <a:close/>
              </a:path>
            </a:pathLst>
          </a:custGeom>
          <a:solidFill>
            <a:srgbClr val="00A8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30172" y="0"/>
            <a:ext cx="1563370" cy="2513965"/>
          </a:xfrm>
          <a:custGeom>
            <a:avLst/>
            <a:gdLst/>
            <a:ahLst/>
            <a:cxnLst/>
            <a:rect l="l" t="t" r="r" b="b"/>
            <a:pathLst>
              <a:path w="1563370" h="2513965">
                <a:moveTo>
                  <a:pt x="179067" y="0"/>
                </a:moveTo>
                <a:lnTo>
                  <a:pt x="0" y="0"/>
                </a:lnTo>
                <a:lnTo>
                  <a:pt x="908949" y="2513492"/>
                </a:lnTo>
                <a:lnTo>
                  <a:pt x="1563020" y="2513492"/>
                </a:lnTo>
                <a:lnTo>
                  <a:pt x="1563020" y="2345763"/>
                </a:lnTo>
                <a:lnTo>
                  <a:pt x="1027351" y="2345763"/>
                </a:lnTo>
                <a:lnTo>
                  <a:pt x="179067" y="0"/>
                </a:lnTo>
                <a:close/>
              </a:path>
              <a:path w="1563370" h="2513965">
                <a:moveTo>
                  <a:pt x="1077406" y="0"/>
                </a:moveTo>
                <a:lnTo>
                  <a:pt x="898374" y="0"/>
                </a:lnTo>
                <a:lnTo>
                  <a:pt x="1563020" y="1839336"/>
                </a:lnTo>
                <a:lnTo>
                  <a:pt x="1563020" y="1343947"/>
                </a:lnTo>
                <a:lnTo>
                  <a:pt x="1077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4214" y="464746"/>
            <a:ext cx="758825" cy="357505"/>
          </a:xfrm>
          <a:custGeom>
            <a:avLst/>
            <a:gdLst/>
            <a:ahLst/>
            <a:cxnLst/>
            <a:rect l="l" t="t" r="r" b="b"/>
            <a:pathLst>
              <a:path w="758825" h="357504">
                <a:moveTo>
                  <a:pt x="496189" y="0"/>
                </a:moveTo>
                <a:lnTo>
                  <a:pt x="427672" y="0"/>
                </a:lnTo>
                <a:lnTo>
                  <a:pt x="350113" y="240398"/>
                </a:lnTo>
                <a:lnTo>
                  <a:pt x="272072" y="0"/>
                </a:lnTo>
                <a:lnTo>
                  <a:pt x="224129" y="0"/>
                </a:lnTo>
                <a:lnTo>
                  <a:pt x="146075" y="240398"/>
                </a:lnTo>
                <a:lnTo>
                  <a:pt x="68516" y="0"/>
                </a:lnTo>
                <a:lnTo>
                  <a:pt x="0" y="0"/>
                </a:lnTo>
                <a:lnTo>
                  <a:pt x="123380" y="356895"/>
                </a:lnTo>
                <a:lnTo>
                  <a:pt x="170294" y="356895"/>
                </a:lnTo>
                <a:lnTo>
                  <a:pt x="248335" y="116484"/>
                </a:lnTo>
                <a:lnTo>
                  <a:pt x="325907" y="356895"/>
                </a:lnTo>
                <a:lnTo>
                  <a:pt x="372821" y="356895"/>
                </a:lnTo>
                <a:lnTo>
                  <a:pt x="496189" y="0"/>
                </a:lnTo>
                <a:close/>
              </a:path>
              <a:path w="758825" h="357504">
                <a:moveTo>
                  <a:pt x="758393" y="214871"/>
                </a:moveTo>
                <a:lnTo>
                  <a:pt x="754862" y="172974"/>
                </a:lnTo>
                <a:lnTo>
                  <a:pt x="729970" y="129578"/>
                </a:lnTo>
                <a:lnTo>
                  <a:pt x="693204" y="112890"/>
                </a:lnTo>
                <a:lnTo>
                  <a:pt x="669759" y="110769"/>
                </a:lnTo>
                <a:lnTo>
                  <a:pt x="647725" y="112725"/>
                </a:lnTo>
                <a:lnTo>
                  <a:pt x="628167" y="118491"/>
                </a:lnTo>
                <a:lnTo>
                  <a:pt x="611403" y="127914"/>
                </a:lnTo>
                <a:lnTo>
                  <a:pt x="597738" y="140830"/>
                </a:lnTo>
                <a:lnTo>
                  <a:pt x="597738" y="0"/>
                </a:lnTo>
                <a:lnTo>
                  <a:pt x="535724" y="0"/>
                </a:lnTo>
                <a:lnTo>
                  <a:pt x="535724" y="356908"/>
                </a:lnTo>
                <a:lnTo>
                  <a:pt x="597738" y="356908"/>
                </a:lnTo>
                <a:lnTo>
                  <a:pt x="597738" y="232829"/>
                </a:lnTo>
                <a:lnTo>
                  <a:pt x="601294" y="204851"/>
                </a:lnTo>
                <a:lnTo>
                  <a:pt x="611543" y="183934"/>
                </a:lnTo>
                <a:lnTo>
                  <a:pt x="627913" y="170827"/>
                </a:lnTo>
                <a:lnTo>
                  <a:pt x="649795" y="166293"/>
                </a:lnTo>
                <a:lnTo>
                  <a:pt x="670483" y="170307"/>
                </a:lnTo>
                <a:lnTo>
                  <a:pt x="685012" y="182537"/>
                </a:lnTo>
                <a:lnTo>
                  <a:pt x="693585" y="203276"/>
                </a:lnTo>
                <a:lnTo>
                  <a:pt x="696391" y="232829"/>
                </a:lnTo>
                <a:lnTo>
                  <a:pt x="696391" y="356908"/>
                </a:lnTo>
                <a:lnTo>
                  <a:pt x="758393" y="356908"/>
                </a:lnTo>
                <a:lnTo>
                  <a:pt x="758393" y="214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185064" y="456255"/>
            <a:ext cx="819785" cy="371475"/>
            <a:chOff x="3251866" y="3199452"/>
            <a:chExt cx="819785" cy="3714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1866" y="3199452"/>
              <a:ext cx="87947" cy="879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64814" y="3254349"/>
              <a:ext cx="264160" cy="313690"/>
            </a:xfrm>
            <a:custGeom>
              <a:avLst/>
              <a:gdLst/>
              <a:ahLst/>
              <a:cxnLst/>
              <a:rect l="l" t="t" r="r" b="b"/>
              <a:pathLst>
                <a:path w="264160" h="313689">
                  <a:moveTo>
                    <a:pt x="62014" y="70358"/>
                  </a:moveTo>
                  <a:lnTo>
                    <a:pt x="0" y="70358"/>
                  </a:lnTo>
                  <a:lnTo>
                    <a:pt x="0" y="310502"/>
                  </a:lnTo>
                  <a:lnTo>
                    <a:pt x="62014" y="310502"/>
                  </a:lnTo>
                  <a:lnTo>
                    <a:pt x="62014" y="70358"/>
                  </a:lnTo>
                  <a:close/>
                </a:path>
                <a:path w="264160" h="313689">
                  <a:moveTo>
                    <a:pt x="263817" y="254215"/>
                  </a:moveTo>
                  <a:lnTo>
                    <a:pt x="254000" y="255727"/>
                  </a:lnTo>
                  <a:lnTo>
                    <a:pt x="239407" y="256794"/>
                  </a:lnTo>
                  <a:lnTo>
                    <a:pt x="232549" y="256959"/>
                  </a:lnTo>
                  <a:lnTo>
                    <a:pt x="219938" y="255905"/>
                  </a:lnTo>
                  <a:lnTo>
                    <a:pt x="210464" y="250698"/>
                  </a:lnTo>
                  <a:lnTo>
                    <a:pt x="204508" y="238226"/>
                  </a:lnTo>
                  <a:lnTo>
                    <a:pt x="202438" y="215379"/>
                  </a:lnTo>
                  <a:lnTo>
                    <a:pt x="202438" y="123380"/>
                  </a:lnTo>
                  <a:lnTo>
                    <a:pt x="255816" y="123380"/>
                  </a:lnTo>
                  <a:lnTo>
                    <a:pt x="255816" y="70370"/>
                  </a:lnTo>
                  <a:lnTo>
                    <a:pt x="202438" y="70370"/>
                  </a:lnTo>
                  <a:lnTo>
                    <a:pt x="202438" y="0"/>
                  </a:lnTo>
                  <a:lnTo>
                    <a:pt x="140411" y="0"/>
                  </a:lnTo>
                  <a:lnTo>
                    <a:pt x="140411" y="70370"/>
                  </a:lnTo>
                  <a:lnTo>
                    <a:pt x="101003" y="70370"/>
                  </a:lnTo>
                  <a:lnTo>
                    <a:pt x="101003" y="123380"/>
                  </a:lnTo>
                  <a:lnTo>
                    <a:pt x="140411" y="123380"/>
                  </a:lnTo>
                  <a:lnTo>
                    <a:pt x="140411" y="227838"/>
                  </a:lnTo>
                  <a:lnTo>
                    <a:pt x="149733" y="277355"/>
                  </a:lnTo>
                  <a:lnTo>
                    <a:pt x="171869" y="302780"/>
                  </a:lnTo>
                  <a:lnTo>
                    <a:pt x="198069" y="312153"/>
                  </a:lnTo>
                  <a:lnTo>
                    <a:pt x="219570" y="313499"/>
                  </a:lnTo>
                  <a:lnTo>
                    <a:pt x="231711" y="313232"/>
                  </a:lnTo>
                  <a:lnTo>
                    <a:pt x="243039" y="312534"/>
                  </a:lnTo>
                  <a:lnTo>
                    <a:pt x="252907" y="311556"/>
                  </a:lnTo>
                  <a:lnTo>
                    <a:pt x="263817" y="309880"/>
                  </a:lnTo>
                  <a:lnTo>
                    <a:pt x="263817" y="254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7600" y="3318701"/>
              <a:ext cx="230162" cy="2521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6741" y="3318701"/>
              <a:ext cx="234772" cy="252107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3057029" y="464734"/>
            <a:ext cx="62230" cy="357505"/>
          </a:xfrm>
          <a:custGeom>
            <a:avLst/>
            <a:gdLst/>
            <a:ahLst/>
            <a:cxnLst/>
            <a:rect l="l" t="t" r="r" b="b"/>
            <a:pathLst>
              <a:path w="62229" h="357504">
                <a:moveTo>
                  <a:pt x="62014" y="0"/>
                </a:moveTo>
                <a:lnTo>
                  <a:pt x="0" y="0"/>
                </a:lnTo>
                <a:lnTo>
                  <a:pt x="0" y="356908"/>
                </a:lnTo>
                <a:lnTo>
                  <a:pt x="62014" y="356908"/>
                </a:lnTo>
                <a:lnTo>
                  <a:pt x="620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171495" y="456255"/>
            <a:ext cx="718185" cy="371475"/>
            <a:chOff x="4238297" y="3199452"/>
            <a:chExt cx="718185" cy="37147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8297" y="3199452"/>
              <a:ext cx="87960" cy="879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51274" y="3204946"/>
              <a:ext cx="440055" cy="360045"/>
            </a:xfrm>
            <a:custGeom>
              <a:avLst/>
              <a:gdLst/>
              <a:ahLst/>
              <a:cxnLst/>
              <a:rect l="l" t="t" r="r" b="b"/>
              <a:pathLst>
                <a:path w="440054" h="360045">
                  <a:moveTo>
                    <a:pt x="62001" y="119761"/>
                  </a:moveTo>
                  <a:lnTo>
                    <a:pt x="0" y="119761"/>
                  </a:lnTo>
                  <a:lnTo>
                    <a:pt x="0" y="359905"/>
                  </a:lnTo>
                  <a:lnTo>
                    <a:pt x="62001" y="359905"/>
                  </a:lnTo>
                  <a:lnTo>
                    <a:pt x="62001" y="119761"/>
                  </a:lnTo>
                  <a:close/>
                </a:path>
                <a:path w="440054" h="360045">
                  <a:moveTo>
                    <a:pt x="439978" y="7429"/>
                  </a:moveTo>
                  <a:lnTo>
                    <a:pt x="404723" y="0"/>
                  </a:lnTo>
                  <a:lnTo>
                    <a:pt x="380923" y="1485"/>
                  </a:lnTo>
                  <a:lnTo>
                    <a:pt x="351917" y="11836"/>
                  </a:lnTo>
                  <a:lnTo>
                    <a:pt x="327418" y="39928"/>
                  </a:lnTo>
                  <a:lnTo>
                    <a:pt x="317093" y="94627"/>
                  </a:lnTo>
                  <a:lnTo>
                    <a:pt x="317093" y="119748"/>
                  </a:lnTo>
                  <a:lnTo>
                    <a:pt x="218414" y="119748"/>
                  </a:lnTo>
                  <a:lnTo>
                    <a:pt x="218414" y="88633"/>
                  </a:lnTo>
                  <a:lnTo>
                    <a:pt x="221195" y="69786"/>
                  </a:lnTo>
                  <a:lnTo>
                    <a:pt x="228587" y="60109"/>
                  </a:lnTo>
                  <a:lnTo>
                    <a:pt x="239166" y="56540"/>
                  </a:lnTo>
                  <a:lnTo>
                    <a:pt x="251523" y="56032"/>
                  </a:lnTo>
                  <a:lnTo>
                    <a:pt x="258572" y="56032"/>
                  </a:lnTo>
                  <a:lnTo>
                    <a:pt x="265887" y="57099"/>
                  </a:lnTo>
                  <a:lnTo>
                    <a:pt x="279285" y="60667"/>
                  </a:lnTo>
                  <a:lnTo>
                    <a:pt x="279285" y="7429"/>
                  </a:lnTo>
                  <a:lnTo>
                    <a:pt x="244030" y="0"/>
                  </a:lnTo>
                  <a:lnTo>
                    <a:pt x="220230" y="1485"/>
                  </a:lnTo>
                  <a:lnTo>
                    <a:pt x="191223" y="11836"/>
                  </a:lnTo>
                  <a:lnTo>
                    <a:pt x="166712" y="39928"/>
                  </a:lnTo>
                  <a:lnTo>
                    <a:pt x="156387" y="94627"/>
                  </a:lnTo>
                  <a:lnTo>
                    <a:pt x="156387" y="119748"/>
                  </a:lnTo>
                  <a:lnTo>
                    <a:pt x="108991" y="119748"/>
                  </a:lnTo>
                  <a:lnTo>
                    <a:pt x="108991" y="172770"/>
                  </a:lnTo>
                  <a:lnTo>
                    <a:pt x="156387" y="172770"/>
                  </a:lnTo>
                  <a:lnTo>
                    <a:pt x="156387" y="359892"/>
                  </a:lnTo>
                  <a:lnTo>
                    <a:pt x="218414" y="359892"/>
                  </a:lnTo>
                  <a:lnTo>
                    <a:pt x="218414" y="172770"/>
                  </a:lnTo>
                  <a:lnTo>
                    <a:pt x="317093" y="172770"/>
                  </a:lnTo>
                  <a:lnTo>
                    <a:pt x="317093" y="359892"/>
                  </a:lnTo>
                  <a:lnTo>
                    <a:pt x="379107" y="359892"/>
                  </a:lnTo>
                  <a:lnTo>
                    <a:pt x="379107" y="172770"/>
                  </a:lnTo>
                  <a:lnTo>
                    <a:pt x="439978" y="172770"/>
                  </a:lnTo>
                  <a:lnTo>
                    <a:pt x="439978" y="119748"/>
                  </a:lnTo>
                  <a:lnTo>
                    <a:pt x="379107" y="119748"/>
                  </a:lnTo>
                  <a:lnTo>
                    <a:pt x="379107" y="88633"/>
                  </a:lnTo>
                  <a:lnTo>
                    <a:pt x="381889" y="69786"/>
                  </a:lnTo>
                  <a:lnTo>
                    <a:pt x="389267" y="60109"/>
                  </a:lnTo>
                  <a:lnTo>
                    <a:pt x="399846" y="56540"/>
                  </a:lnTo>
                  <a:lnTo>
                    <a:pt x="412203" y="56032"/>
                  </a:lnTo>
                  <a:lnTo>
                    <a:pt x="419265" y="56032"/>
                  </a:lnTo>
                  <a:lnTo>
                    <a:pt x="426567" y="57099"/>
                  </a:lnTo>
                  <a:lnTo>
                    <a:pt x="439978" y="60667"/>
                  </a:lnTo>
                  <a:lnTo>
                    <a:pt x="439978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6131" y="3318691"/>
              <a:ext cx="230174" cy="25213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901473" y="188439"/>
            <a:ext cx="378460" cy="355600"/>
          </a:xfrm>
          <a:custGeom>
            <a:avLst/>
            <a:gdLst/>
            <a:ahLst/>
            <a:cxnLst/>
            <a:rect l="l" t="t" r="r" b="b"/>
            <a:pathLst>
              <a:path w="378460" h="355600">
                <a:moveTo>
                  <a:pt x="377952" y="0"/>
                </a:moveTo>
                <a:lnTo>
                  <a:pt x="0" y="0"/>
                </a:lnTo>
                <a:lnTo>
                  <a:pt x="3058" y="48304"/>
                </a:lnTo>
                <a:lnTo>
                  <a:pt x="11982" y="94777"/>
                </a:lnTo>
                <a:lnTo>
                  <a:pt x="26398" y="139042"/>
                </a:lnTo>
                <a:lnTo>
                  <a:pt x="45930" y="180725"/>
                </a:lnTo>
                <a:lnTo>
                  <a:pt x="70204" y="219451"/>
                </a:lnTo>
                <a:lnTo>
                  <a:pt x="98842" y="254844"/>
                </a:lnTo>
                <a:lnTo>
                  <a:pt x="131472" y="286529"/>
                </a:lnTo>
                <a:lnTo>
                  <a:pt x="167718" y="314131"/>
                </a:lnTo>
                <a:lnTo>
                  <a:pt x="207203" y="337276"/>
                </a:lnTo>
                <a:lnTo>
                  <a:pt x="249554" y="355587"/>
                </a:lnTo>
                <a:lnTo>
                  <a:pt x="377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57206" y="188438"/>
            <a:ext cx="866140" cy="640080"/>
            <a:chOff x="1224008" y="2931635"/>
            <a:chExt cx="866140" cy="640080"/>
          </a:xfrm>
        </p:grpSpPr>
        <p:sp>
          <p:nvSpPr>
            <p:cNvPr id="21" name="object 21"/>
            <p:cNvSpPr/>
            <p:nvPr/>
          </p:nvSpPr>
          <p:spPr>
            <a:xfrm>
              <a:off x="1224008" y="2931635"/>
              <a:ext cx="661670" cy="640080"/>
            </a:xfrm>
            <a:custGeom>
              <a:avLst/>
              <a:gdLst/>
              <a:ahLst/>
              <a:cxnLst/>
              <a:rect l="l" t="t" r="r" b="b"/>
              <a:pathLst>
                <a:path w="661669" h="640079">
                  <a:moveTo>
                    <a:pt x="201040" y="0"/>
                  </a:moveTo>
                  <a:lnTo>
                    <a:pt x="0" y="0"/>
                  </a:lnTo>
                  <a:lnTo>
                    <a:pt x="230276" y="639673"/>
                  </a:lnTo>
                  <a:lnTo>
                    <a:pt x="431152" y="639673"/>
                  </a:lnTo>
                  <a:lnTo>
                    <a:pt x="431012" y="639330"/>
                  </a:lnTo>
                  <a:lnTo>
                    <a:pt x="447430" y="593725"/>
                  </a:lnTo>
                  <a:lnTo>
                    <a:pt x="262572" y="593725"/>
                  </a:lnTo>
                  <a:lnTo>
                    <a:pt x="65392" y="45973"/>
                  </a:lnTo>
                  <a:lnTo>
                    <a:pt x="217577" y="45973"/>
                  </a:lnTo>
                  <a:lnTo>
                    <a:pt x="201040" y="0"/>
                  </a:lnTo>
                  <a:close/>
                </a:path>
                <a:path w="661669" h="640079">
                  <a:moveTo>
                    <a:pt x="217577" y="45973"/>
                  </a:moveTo>
                  <a:lnTo>
                    <a:pt x="168732" y="45974"/>
                  </a:lnTo>
                  <a:lnTo>
                    <a:pt x="365772" y="593725"/>
                  </a:lnTo>
                  <a:lnTo>
                    <a:pt x="447430" y="593725"/>
                  </a:lnTo>
                  <a:lnTo>
                    <a:pt x="531524" y="360133"/>
                  </a:lnTo>
                  <a:lnTo>
                    <a:pt x="330580" y="360133"/>
                  </a:lnTo>
                  <a:lnTo>
                    <a:pt x="217577" y="45973"/>
                  </a:lnTo>
                  <a:close/>
                </a:path>
                <a:path w="661669" h="640079">
                  <a:moveTo>
                    <a:pt x="661174" y="0"/>
                  </a:moveTo>
                  <a:lnTo>
                    <a:pt x="460133" y="0"/>
                  </a:lnTo>
                  <a:lnTo>
                    <a:pt x="330580" y="360133"/>
                  </a:lnTo>
                  <a:lnTo>
                    <a:pt x="531524" y="360133"/>
                  </a:lnTo>
                  <a:lnTo>
                    <a:pt x="661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5452" y="3357064"/>
              <a:ext cx="214249" cy="214249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28686ED-2049-9E1E-2EAA-72B235844DC7}"/>
              </a:ext>
            </a:extLst>
          </p:cNvPr>
          <p:cNvSpPr txBox="1"/>
          <p:nvPr/>
        </p:nvSpPr>
        <p:spPr>
          <a:xfrm>
            <a:off x="157207" y="3842657"/>
            <a:ext cx="78002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GT Walsheim Regular"/>
                <a:cs typeface="Microsoft Sans Serif"/>
              </a:rPr>
              <a:t>By</a:t>
            </a:r>
          </a:p>
          <a:p>
            <a:pPr algn="ctr"/>
            <a:r>
              <a:rPr lang="en-GB" sz="3200" b="1" dirty="0" err="1">
                <a:solidFill>
                  <a:schemeClr val="bg1"/>
                </a:solidFill>
                <a:latin typeface="GT Walsheim Regular"/>
                <a:cs typeface="Microsoft Sans Serif"/>
              </a:rPr>
              <a:t>Shreepragatheesh</a:t>
            </a:r>
            <a:r>
              <a:rPr lang="en-GB" sz="3200" b="1" dirty="0">
                <a:solidFill>
                  <a:schemeClr val="bg1"/>
                </a:solidFill>
                <a:latin typeface="GT Walsheim Regular"/>
                <a:cs typeface="Microsoft Sans Serif"/>
              </a:rPr>
              <a:t> Govindaraju</a:t>
            </a:r>
            <a:br>
              <a:rPr lang="en-GB" sz="3200" b="1" dirty="0">
                <a:solidFill>
                  <a:schemeClr val="bg1"/>
                </a:solidFill>
                <a:latin typeface="GT Walsheim Regular"/>
                <a:cs typeface="Microsoft Sans Serif"/>
              </a:rPr>
            </a:br>
            <a:r>
              <a:rPr lang="en-GB" sz="3200" b="1" dirty="0">
                <a:solidFill>
                  <a:schemeClr val="bg1"/>
                </a:solidFill>
                <a:latin typeface="GT Walsheim Regular"/>
                <a:cs typeface="Microsoft Sans Serif"/>
              </a:rPr>
              <a:t>20241202</a:t>
            </a:r>
            <a:br>
              <a:rPr lang="en-US" sz="3200" dirty="0">
                <a:solidFill>
                  <a:schemeClr val="bg1"/>
                </a:solidFill>
                <a:cs typeface="Microsoft Sans Serif"/>
              </a:rPr>
            </a:br>
            <a:r>
              <a:rPr lang="en-US" sz="3200" dirty="0">
                <a:solidFill>
                  <a:schemeClr val="bg1"/>
                </a:solidFill>
                <a:cs typeface="Microsoft Sans Serif"/>
              </a:rPr>
              <a:t>Supervisor: Dr Sarmad Soomro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1284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F69C-A03D-4822-B30C-5269FD0F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51960"/>
            <a:ext cx="10411691" cy="518425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Thesis Contribution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Research Objectives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Research Significant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My Contribution/Novelty of This Work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Proposed Methodology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Results &amp; Discussion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Limitation/Future Work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2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4406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83E9-D720-7ADC-E435-93FFA650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/>
              <a:t>Introduction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D1B24-5C12-320D-EEAD-44BF1B7E06BD}"/>
              </a:ext>
            </a:extLst>
          </p:cNvPr>
          <p:cNvSpPr txBox="1"/>
          <p:nvPr/>
        </p:nvSpPr>
        <p:spPr>
          <a:xfrm>
            <a:off x="827900" y="1290106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What is Light Fidelity?</a:t>
            </a:r>
            <a:endParaRPr lang="en-IN" sz="2800" dirty="0"/>
          </a:p>
        </p:txBody>
      </p:sp>
      <p:pic>
        <p:nvPicPr>
          <p:cNvPr id="12" name="Picture 11" descr="A diagram of a computer system">
            <a:extLst>
              <a:ext uri="{FF2B5EF4-FFF2-40B4-BE49-F238E27FC236}">
                <a16:creationId xmlns:a16="http://schemas.microsoft.com/office/drawing/2014/main" id="{0BA5994F-1291-BFC7-C6D3-8E0776034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588" y="1994263"/>
            <a:ext cx="5180986" cy="4058194"/>
          </a:xfrm>
          <a:prstGeom prst="rect">
            <a:avLst/>
          </a:prstGeom>
        </p:spPr>
      </p:pic>
      <p:pic>
        <p:nvPicPr>
          <p:cNvPr id="17" name="Picture 16" descr="A blue light bulb with white text&#10;&#10;AI-generated content may be incorrect.">
            <a:extLst>
              <a:ext uri="{FF2B5EF4-FFF2-40B4-BE49-F238E27FC236}">
                <a16:creationId xmlns:a16="http://schemas.microsoft.com/office/drawing/2014/main" id="{B0EA34E3-D3AF-A5FF-01FF-CB8289B90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39" y="2469016"/>
            <a:ext cx="5155025" cy="278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6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87F0-9E99-DD07-042F-080D3A76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8B53-02D1-7C41-789E-598F6B8F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/>
              <a:t>Introduction</a:t>
            </a:r>
            <a:endParaRPr lang="en-IN" sz="3600" b="1" dirty="0"/>
          </a:p>
        </p:txBody>
      </p:sp>
      <p:pic>
        <p:nvPicPr>
          <p:cNvPr id="7" name="Picture 6" descr="A diagram of a spectrum&#10;&#10;AI-generated content may be incorrect.">
            <a:extLst>
              <a:ext uri="{FF2B5EF4-FFF2-40B4-BE49-F238E27FC236}">
                <a16:creationId xmlns:a16="http://schemas.microsoft.com/office/drawing/2014/main" id="{63EA0FDA-62BF-90C4-B4BF-5E920831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79" y="1820638"/>
            <a:ext cx="11893642" cy="48251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FD65F-F04B-1F96-EA0A-2E8081EFEEFE}"/>
              </a:ext>
            </a:extLst>
          </p:cNvPr>
          <p:cNvSpPr txBox="1"/>
          <p:nvPr/>
        </p:nvSpPr>
        <p:spPr>
          <a:xfrm>
            <a:off x="827900" y="1290106"/>
            <a:ext cx="8991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What is OFDM (Orthogonal Frequency Division Multiplexing)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8725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BC8A-5D45-81C1-426A-421BCCE5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C999-31ED-11CC-16B4-CC51CA5B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/>
              <a:t>Introduction</a:t>
            </a: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99F76-F606-9443-155E-DE61DD454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900" y="1485900"/>
            <a:ext cx="10542549" cy="430887"/>
          </a:xfrm>
        </p:spPr>
        <p:txBody>
          <a:bodyPr/>
          <a:lstStyle/>
          <a:p>
            <a:r>
              <a:rPr lang="en-GB" sz="2800" b="1" dirty="0"/>
              <a:t>What is DCO – OFDM?</a:t>
            </a:r>
            <a:endParaRPr lang="en-IN" sz="2800" b="1" dirty="0"/>
          </a:p>
        </p:txBody>
      </p:sp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3BE35A5E-9663-8037-CCB1-E215CA48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954666"/>
            <a:ext cx="4953000" cy="9239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11641D-6A69-91A9-432D-8BC064835F99}"/>
              </a:ext>
            </a:extLst>
          </p:cNvPr>
          <p:cNvSpPr txBox="1"/>
          <p:nvPr/>
        </p:nvSpPr>
        <p:spPr>
          <a:xfrm>
            <a:off x="827901" y="3244334"/>
            <a:ext cx="3352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Too Low DC Bias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3C091-AB3C-F2AE-343E-294E99C6C7EB}"/>
              </a:ext>
            </a:extLst>
          </p:cNvPr>
          <p:cNvSpPr txBox="1"/>
          <p:nvPr/>
        </p:nvSpPr>
        <p:spPr>
          <a:xfrm>
            <a:off x="7854043" y="3244334"/>
            <a:ext cx="3069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Too High DC Bias</a:t>
            </a:r>
            <a:endParaRPr lang="en-IN" sz="2800" b="1" dirty="0"/>
          </a:p>
        </p:txBody>
      </p:sp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E0D78001-07EA-5348-0326-C19340E93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73278"/>
            <a:ext cx="5067300" cy="990600"/>
          </a:xfrm>
          <a:prstGeom prst="rect">
            <a:avLst/>
          </a:prstGeom>
        </p:spPr>
      </p:pic>
      <p:pic>
        <p:nvPicPr>
          <p:cNvPr id="16" name="Image 13" descr="preencoded.png">
            <a:extLst>
              <a:ext uri="{FF2B5EF4-FFF2-40B4-BE49-F238E27FC236}">
                <a16:creationId xmlns:a16="http://schemas.microsoft.com/office/drawing/2014/main" id="{D1A08A51-E215-FD27-F8D3-10B3D4BD8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4054932"/>
            <a:ext cx="5067300" cy="99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DAD456-3EF1-E20C-6EB0-EEF990D72592}"/>
              </a:ext>
            </a:extLst>
          </p:cNvPr>
          <p:cNvSpPr txBox="1"/>
          <p:nvPr/>
        </p:nvSpPr>
        <p:spPr>
          <a:xfrm>
            <a:off x="4294208" y="1535617"/>
            <a:ext cx="6794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DC biased Optical Orthogonal Frequency Division Multiplexing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1717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Thesis Contribution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6</a:t>
            </a:fld>
            <a:endParaRPr lang="en-GB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046744-9EF9-4F86-6365-EE24E862B1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599" y="1963062"/>
            <a:ext cx="1164227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Reformulates bias selection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pipeline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simulation → ethical bias sweeps (for labels)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→ model comparison (linear, SVR, trees, MLP) → system-level verification (BER/EVM).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frame</a:t>
            </a:r>
            <a:r>
              <a:rPr lang="en-US" altLang="en-US" sz="2400" b="1" dirty="0">
                <a:latin typeface="Arial" panose="020B0604020202020204" pitchFamily="34" charset="0"/>
              </a:rPr>
              <a:t> : </a:t>
            </a:r>
            <a:r>
              <a:rPr lang="en-US" altLang="en-US" sz="2400" dirty="0">
                <a:latin typeface="Arial" panose="020B0604020202020204" pitchFamily="34" charset="0"/>
              </a:rPr>
              <a:t>will have developed simulation and </a:t>
            </a:r>
            <a:r>
              <a:rPr lang="en-US" altLang="en-US" sz="2400" dirty="0" err="1">
                <a:latin typeface="Arial" panose="020B0604020202020204" pitchFamily="34" charset="0"/>
              </a:rPr>
              <a:t>Ml</a:t>
            </a:r>
            <a:r>
              <a:rPr lang="en-US" altLang="en-US" sz="2400" dirty="0">
                <a:latin typeface="Arial" panose="020B0604020202020204" pitchFamily="34" charset="0"/>
              </a:rPr>
              <a:t> model predictions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0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C4CE6-BDBA-9C3A-CD8B-AF1E583C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7BF7-A538-D433-D6DE-267D96CB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 err="1"/>
              <a:t>Optisystem</a:t>
            </a:r>
            <a:r>
              <a:rPr lang="en-GB" sz="3600" b="1" dirty="0"/>
              <a:t> Pipeline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69138-422D-EB6C-7276-75BBDA97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98" y="1437724"/>
            <a:ext cx="9792203" cy="3122702"/>
          </a:xfrm>
          <a:prstGeom prst="rect">
            <a:avLst/>
          </a:prstGeom>
        </p:spPr>
      </p:pic>
      <p:pic>
        <p:nvPicPr>
          <p:cNvPr id="6" name="Picture 5" descr="A remote control with buttons&#10;&#10;AI-generated content may be incorrect.">
            <a:extLst>
              <a:ext uri="{FF2B5EF4-FFF2-40B4-BE49-F238E27FC236}">
                <a16:creationId xmlns:a16="http://schemas.microsoft.com/office/drawing/2014/main" id="{1D30FA50-DCB0-09D3-1FF3-5050CA643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38940" y="3536790"/>
            <a:ext cx="2017370" cy="4625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092B9-472F-99D4-7A4E-B3BB3E2418B3}"/>
              </a:ext>
            </a:extLst>
          </p:cNvPr>
          <p:cNvSpPr txBox="1"/>
          <p:nvPr/>
        </p:nvSpPr>
        <p:spPr>
          <a:xfrm>
            <a:off x="3842795" y="5011838"/>
            <a:ext cx="3865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Remote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553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A78E6-E036-F812-0402-968938A9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F4EA-8A41-D262-4464-1A771135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 err="1"/>
              <a:t>Optisystem</a:t>
            </a:r>
            <a:r>
              <a:rPr lang="en-GB" sz="3600" b="1" dirty="0"/>
              <a:t> Pipeline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4FB71-082F-F2C1-7AE6-13C8F833B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08" y="1466390"/>
            <a:ext cx="9569942" cy="2235315"/>
          </a:xfrm>
          <a:prstGeom prst="rect">
            <a:avLst/>
          </a:prstGeom>
        </p:spPr>
      </p:pic>
      <p:pic>
        <p:nvPicPr>
          <p:cNvPr id="9" name="Picture 8" descr="A colorful bird on a television&#10;&#10;AI-generated content may be incorrect.">
            <a:extLst>
              <a:ext uri="{FF2B5EF4-FFF2-40B4-BE49-F238E27FC236}">
                <a16:creationId xmlns:a16="http://schemas.microsoft.com/office/drawing/2014/main" id="{3DDF6FA2-939F-9739-452F-65BDFAC69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663" y="4215695"/>
            <a:ext cx="4702673" cy="26423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AFD678-158A-8FD7-5CE8-1DEE63AC7A2C}"/>
              </a:ext>
            </a:extLst>
          </p:cNvPr>
          <p:cNvSpPr txBox="1"/>
          <p:nvPr/>
        </p:nvSpPr>
        <p:spPr>
          <a:xfrm>
            <a:off x="2364325" y="4058926"/>
            <a:ext cx="1608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Television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059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8E38-F7B1-6B78-38EE-95F9C491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D695-7220-048C-5256-48E1C213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00" y="555171"/>
            <a:ext cx="10977657" cy="553998"/>
          </a:xfrm>
        </p:spPr>
        <p:txBody>
          <a:bodyPr/>
          <a:lstStyle/>
          <a:p>
            <a:pPr algn="ctr"/>
            <a:r>
              <a:rPr lang="en-GB" sz="3600" b="1" dirty="0" err="1"/>
              <a:t>Optisystem</a:t>
            </a:r>
            <a:r>
              <a:rPr lang="en-GB" sz="3600" b="1" dirty="0"/>
              <a:t> Pipeline</a:t>
            </a:r>
            <a:endParaRPr lang="en-IN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C029B2-D045-F18C-8E61-DCDC83FD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83" y="1621407"/>
            <a:ext cx="9817605" cy="431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4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Literature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10</a:t>
            </a:fld>
            <a:endParaRPr lang="en-GB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BFD729-95B9-DBFE-1D54-B30BA90F0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957" y="1231904"/>
            <a:ext cx="12230099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threads: VLC/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basics; optical OFDM;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DCO-OFDM; metrics (BER/EVM/PAPR); ML in optical links.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Gaps/critique: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Receiver-side ML “fixes” distortion but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doesn’t stop transmitter waste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require smart clients—misplaced burden.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Closed-form bias formulas assume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physics &amp; stationarity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—brittle in real 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Brute-force sweeps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degrade service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don’t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transmitter-side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auditable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38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F69C-A03D-4822-B30C-5269FD0F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416628"/>
            <a:ext cx="10411690" cy="4019589"/>
          </a:xfrm>
        </p:spPr>
        <p:txBody>
          <a:bodyPr>
            <a:normAutofit/>
          </a:bodyPr>
          <a:lstStyle/>
          <a:p>
            <a:r>
              <a:rPr lang="en-GB" sz="2800" i="1" dirty="0"/>
              <a:t>Given runtime features (SNR, Clip V, EVM, PAPR, </a:t>
            </a:r>
            <a:r>
              <a:rPr lang="en-GB" sz="2800" i="1" dirty="0" err="1"/>
              <a:t>Prx</a:t>
            </a:r>
            <a:r>
              <a:rPr lang="en-GB" sz="2800" i="1" dirty="0"/>
              <a:t>), can we predict a safe, near-optimal DC bias that minimises BER/EVM and energy waste </a:t>
            </a:r>
            <a:r>
              <a:rPr lang="en-GB" sz="2800" b="1" i="1" dirty="0"/>
              <a:t>without</a:t>
            </a:r>
            <a:r>
              <a:rPr lang="en-GB" sz="2800" i="1" dirty="0"/>
              <a:t> live sweeps?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11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4363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Research 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12</a:t>
            </a:fld>
            <a:endParaRPr lang="en-GB" sz="14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634499F-B54F-51DA-1CD9-158C597D0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957" y="1797625"/>
            <a:ext cx="20338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&amp; labeling; feature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 (LR//RF/GB/MLP)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(MAE/RMSE/R² + BER/EVM re-run)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with rules (clamps, override, uncertainty)</a:t>
            </a:r>
          </a:p>
        </p:txBody>
      </p:sp>
      <p:pic>
        <p:nvPicPr>
          <p:cNvPr id="11" name="Image 14" descr="preencoded.png">
            <a:extLst>
              <a:ext uri="{FF2B5EF4-FFF2-40B4-BE49-F238E27FC236}">
                <a16:creationId xmlns:a16="http://schemas.microsoft.com/office/drawing/2014/main" id="{938EFA58-0F0D-0D53-062E-C66CF56B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429000"/>
            <a:ext cx="685800" cy="685800"/>
          </a:xfrm>
          <a:prstGeom prst="rect">
            <a:avLst/>
          </a:prstGeom>
        </p:spPr>
      </p:pic>
      <p:pic>
        <p:nvPicPr>
          <p:cNvPr id="14" name="Image 15" descr="preencoded.png">
            <a:extLst>
              <a:ext uri="{FF2B5EF4-FFF2-40B4-BE49-F238E27FC236}">
                <a16:creationId xmlns:a16="http://schemas.microsoft.com/office/drawing/2014/main" id="{6703AFE6-9297-7E56-F9D8-400404D60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59" y="1797625"/>
            <a:ext cx="742156" cy="593725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F6C84D90-C651-E3DB-DFD0-8ECB1D769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70" y="2620864"/>
            <a:ext cx="573133" cy="63681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4469F11D-950E-0D4A-91FD-1E5CF487E9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1" y="4359729"/>
            <a:ext cx="639536" cy="71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45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Proposed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13</a:t>
            </a:fld>
            <a:endParaRPr lang="en-GB" sz="1400" dirty="0"/>
          </a:p>
        </p:txBody>
      </p:sp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AEC221AE-F2F9-1DA6-633E-B6414E84E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3228" y="1172285"/>
            <a:ext cx="1534885" cy="1637211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84DA070C-E9FA-A75F-C634-85C83CAEE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56597" y="1271782"/>
            <a:ext cx="1116955" cy="1489272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9C6687D1-F142-6C8C-55E0-0C54342E5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816" y="3050068"/>
            <a:ext cx="977335" cy="1489272"/>
          </a:xfrm>
          <a:prstGeom prst="rect">
            <a:avLst/>
          </a:prstGeom>
        </p:spPr>
      </p:pic>
      <p:pic>
        <p:nvPicPr>
          <p:cNvPr id="14" name="Image 14" descr="preencoded.png">
            <a:extLst>
              <a:ext uri="{FF2B5EF4-FFF2-40B4-BE49-F238E27FC236}">
                <a16:creationId xmlns:a16="http://schemas.microsoft.com/office/drawing/2014/main" id="{9CEAF15F-A360-579F-0213-144C0C5D26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597" y="4732495"/>
            <a:ext cx="1253771" cy="1671695"/>
          </a:xfrm>
          <a:prstGeom prst="rect">
            <a:avLst/>
          </a:prstGeom>
        </p:spPr>
      </p:pic>
      <p:pic>
        <p:nvPicPr>
          <p:cNvPr id="15" name="Image 17" descr="preencoded.png">
            <a:extLst>
              <a:ext uri="{FF2B5EF4-FFF2-40B4-BE49-F238E27FC236}">
                <a16:creationId xmlns:a16="http://schemas.microsoft.com/office/drawing/2014/main" id="{DA80C3EC-3E50-5CD8-7C7A-7B22C6737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5326" y="2934770"/>
            <a:ext cx="1240168" cy="16535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729EDA-C60A-BB67-5A45-167ECFA09638}"/>
              </a:ext>
            </a:extLst>
          </p:cNvPr>
          <p:cNvSpPr txBox="1"/>
          <p:nvPr/>
        </p:nvSpPr>
        <p:spPr>
          <a:xfrm>
            <a:off x="-1525019" y="2761054"/>
            <a:ext cx="613137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System Simulation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146BD-AEEF-8187-AFDD-8DB543049FA1}"/>
              </a:ext>
            </a:extLst>
          </p:cNvPr>
          <p:cNvSpPr txBox="1"/>
          <p:nvPr/>
        </p:nvSpPr>
        <p:spPr>
          <a:xfrm>
            <a:off x="2885273" y="2586939"/>
            <a:ext cx="689065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</a:rPr>
              <a:t>2. S</a:t>
            </a:r>
            <a:r>
              <a:rPr lang="en-US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</a:rPr>
              <a:t>weep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8AF9EB-6674-775F-C69D-75C932A3B202}"/>
              </a:ext>
            </a:extLst>
          </p:cNvPr>
          <p:cNvSpPr txBox="1"/>
          <p:nvPr/>
        </p:nvSpPr>
        <p:spPr>
          <a:xfrm>
            <a:off x="5224155" y="4393832"/>
            <a:ext cx="689065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Dataset Construction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6DE7F6-3648-D990-26F4-B0BB87B86B5F}"/>
              </a:ext>
            </a:extLst>
          </p:cNvPr>
          <p:cNvSpPr txBox="1"/>
          <p:nvPr/>
        </p:nvSpPr>
        <p:spPr>
          <a:xfrm>
            <a:off x="2938154" y="6275667"/>
            <a:ext cx="689065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Model Training</a:t>
            </a:r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E2E3D7-721F-08B6-A1F5-9862C749035C}"/>
              </a:ext>
            </a:extLst>
          </p:cNvPr>
          <p:cNvSpPr txBox="1"/>
          <p:nvPr/>
        </p:nvSpPr>
        <p:spPr>
          <a:xfrm>
            <a:off x="641854" y="4370558"/>
            <a:ext cx="689065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Evaluation</a:t>
            </a:r>
            <a:endParaRPr lang="en-US" sz="1800" dirty="0"/>
          </a:p>
        </p:txBody>
      </p:sp>
      <p:pic>
        <p:nvPicPr>
          <p:cNvPr id="28" name="Image 21" descr="preencoded.png">
            <a:extLst>
              <a:ext uri="{FF2B5EF4-FFF2-40B4-BE49-F238E27FC236}">
                <a16:creationId xmlns:a16="http://schemas.microsoft.com/office/drawing/2014/main" id="{5338A330-2777-68EB-6969-AAEA9FFC5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5273" y="1162979"/>
            <a:ext cx="1196651" cy="1861457"/>
          </a:xfrm>
          <a:prstGeom prst="rect">
            <a:avLst/>
          </a:prstGeom>
        </p:spPr>
      </p:pic>
      <p:pic>
        <p:nvPicPr>
          <p:cNvPr id="36" name="Graphic 35" descr="Arrow: Clockwise curve with solid fill">
            <a:extLst>
              <a:ext uri="{FF2B5EF4-FFF2-40B4-BE49-F238E27FC236}">
                <a16:creationId xmlns:a16="http://schemas.microsoft.com/office/drawing/2014/main" id="{15585504-3207-3167-CA8C-70FC341A07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687439">
            <a:off x="7309023" y="2040118"/>
            <a:ext cx="914400" cy="914400"/>
          </a:xfrm>
          <a:prstGeom prst="rect">
            <a:avLst/>
          </a:prstGeom>
        </p:spPr>
      </p:pic>
      <p:pic>
        <p:nvPicPr>
          <p:cNvPr id="37" name="Graphic 36" descr="Arrow: Clockwise curve with solid fill">
            <a:extLst>
              <a:ext uri="{FF2B5EF4-FFF2-40B4-BE49-F238E27FC236}">
                <a16:creationId xmlns:a16="http://schemas.microsoft.com/office/drawing/2014/main" id="{854725DE-3C43-D36D-CADD-5273AF3F21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4312326">
            <a:off x="7510410" y="4935721"/>
            <a:ext cx="914400" cy="914400"/>
          </a:xfrm>
          <a:prstGeom prst="rect">
            <a:avLst/>
          </a:prstGeom>
        </p:spPr>
      </p:pic>
      <p:pic>
        <p:nvPicPr>
          <p:cNvPr id="38" name="Graphic 37" descr="Arrow: Clockwise curve with solid fill">
            <a:extLst>
              <a:ext uri="{FF2B5EF4-FFF2-40B4-BE49-F238E27FC236}">
                <a16:creationId xmlns:a16="http://schemas.microsoft.com/office/drawing/2014/main" id="{989785B5-D517-91FF-737D-EC489A67AE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412179">
            <a:off x="4201147" y="5022805"/>
            <a:ext cx="914400" cy="914400"/>
          </a:xfrm>
          <a:prstGeom prst="rect">
            <a:avLst/>
          </a:prstGeom>
        </p:spPr>
      </p:pic>
      <p:pic>
        <p:nvPicPr>
          <p:cNvPr id="40" name="Graphic 39" descr="Arrow: Clockwise curve with solid fill">
            <a:extLst>
              <a:ext uri="{FF2B5EF4-FFF2-40B4-BE49-F238E27FC236}">
                <a16:creationId xmlns:a16="http://schemas.microsoft.com/office/drawing/2014/main" id="{37D46AB9-5A74-3214-B020-311EDE630B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3386182">
            <a:off x="3926853" y="2153070"/>
            <a:ext cx="914400" cy="914400"/>
          </a:xfrm>
          <a:prstGeom prst="rect">
            <a:avLst/>
          </a:prstGeom>
        </p:spPr>
      </p:pic>
      <p:pic>
        <p:nvPicPr>
          <p:cNvPr id="42" name="Graphic 41" descr="Arrow circle with solid fill">
            <a:extLst>
              <a:ext uri="{FF2B5EF4-FFF2-40B4-BE49-F238E27FC236}">
                <a16:creationId xmlns:a16="http://schemas.microsoft.com/office/drawing/2014/main" id="{452AA61D-0D6C-C95A-CEE4-BE0AB2A2F3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0533" y="3075764"/>
            <a:ext cx="1371568" cy="13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09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Results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F69C-A03D-4822-B30C-5269FD0F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4" y="1066799"/>
            <a:ext cx="11015848" cy="53694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Simulation Output 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14</a:t>
            </a:fld>
            <a:endParaRPr lang="en-GB" sz="1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1D1A3F-BD92-1C7D-793C-319A6A85B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61" y="1501391"/>
            <a:ext cx="10511479" cy="46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8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93BF-0CAC-D9A6-622B-7E5B69D6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1798-ACCF-445D-6AF6-F72B012E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Results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C0EE8-D6A0-FA11-3383-1ABBBDDD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4" y="1066799"/>
            <a:ext cx="11015848" cy="53694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Simulation Output 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B332D-9EFA-2AF0-644A-80A6B829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15</a:t>
            </a:fld>
            <a:endParaRPr lang="en-GB" sz="14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71427C-5E15-06EA-B37B-71BAC23EF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4" y="1516403"/>
            <a:ext cx="10818424" cy="465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11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529C-5CBA-B74A-68F4-F8A6E52F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454D-CFA5-B14A-87F8-F8C41691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Results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CBC4-6827-C75C-3F37-42D2FADF1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4" y="1066799"/>
            <a:ext cx="11015848" cy="53694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Machine Learning Output 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37095-EC20-C493-6E3C-13D3C4E1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16</a:t>
            </a:fld>
            <a:endParaRPr lang="en-GB" sz="1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AC1E0BC-2FD4-360C-EC80-197635E05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15" y="1866060"/>
            <a:ext cx="5310039" cy="377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9693D69-2786-2D05-E1A0-82EAAC49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854" y="1931376"/>
            <a:ext cx="5907689" cy="366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238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E289-70E2-E5FB-BC24-14B1EAC9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68FE-C90D-5535-5D2F-A4222176D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Results &amp;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DC4A-8EB7-5993-45FD-90DA387B9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4" y="1066799"/>
            <a:ext cx="11015848" cy="53694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Machine Learning Output 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7F7AD-5823-156E-C906-C9164681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17</a:t>
            </a:fld>
            <a:endParaRPr lang="en-GB" sz="1400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48F570FA-BB0E-6B02-B59B-5C907C7CC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57" y="1513114"/>
            <a:ext cx="5722785" cy="508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7865E6-3AB7-F6FB-C264-7B19115F5B50}"/>
              </a:ext>
            </a:extLst>
          </p:cNvPr>
          <p:cNvSpPr txBox="1"/>
          <p:nvPr/>
        </p:nvSpPr>
        <p:spPr>
          <a:xfrm>
            <a:off x="6683391" y="1711816"/>
            <a:ext cx="41037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IN" dirty="0"/>
              <a:t>📊 Random Forest</a:t>
            </a:r>
          </a:p>
          <a:p>
            <a:pPr latinLnBrk="1"/>
            <a:r>
              <a:rPr lang="en-IN" dirty="0"/>
              <a:t>   Mean Absolute Error (MAE): 0.0037</a:t>
            </a:r>
          </a:p>
          <a:p>
            <a:pPr latinLnBrk="1"/>
            <a:r>
              <a:rPr lang="en-IN" dirty="0"/>
              <a:t>   Root Mean Square Error (RMSE): 0.0049</a:t>
            </a:r>
          </a:p>
          <a:p>
            <a:pPr latinLnBrk="1"/>
            <a:r>
              <a:rPr lang="en-IN" dirty="0"/>
              <a:t>   R² Score: 0.9998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📊 Gradient Boosting</a:t>
            </a:r>
          </a:p>
          <a:p>
            <a:pPr latinLnBrk="1"/>
            <a:r>
              <a:rPr lang="en-IN" dirty="0"/>
              <a:t>   Mean Absolute Error (MAE): 0.0039</a:t>
            </a:r>
          </a:p>
          <a:p>
            <a:pPr latinLnBrk="1"/>
            <a:r>
              <a:rPr lang="en-IN" dirty="0"/>
              <a:t>   Root Mean Square Error (RMSE): 0.0049</a:t>
            </a:r>
          </a:p>
          <a:p>
            <a:pPr latinLnBrk="1"/>
            <a:r>
              <a:rPr lang="en-IN" dirty="0"/>
              <a:t>   R² Score: 0.9998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📊 Neural Network (MLP)</a:t>
            </a:r>
          </a:p>
          <a:p>
            <a:pPr latinLnBrk="1"/>
            <a:r>
              <a:rPr lang="en-IN" dirty="0"/>
              <a:t>   Mean Absolute Error (MAE): 0.0904</a:t>
            </a:r>
          </a:p>
          <a:p>
            <a:pPr latinLnBrk="1"/>
            <a:r>
              <a:rPr lang="en-IN" dirty="0"/>
              <a:t>   Root Mean Square Error (RMSE): 0.1128</a:t>
            </a:r>
          </a:p>
          <a:p>
            <a:pPr latinLnBrk="1"/>
            <a:r>
              <a:rPr lang="en-IN" dirty="0"/>
              <a:t>   R² Score: 0.8750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923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C03E-4D32-932D-48EA-9D731AF5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3AD9-5EE0-AB31-F1B0-0202D2F7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105" y="143990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80E76-CC19-099C-9ECE-C700A4F7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18</a:t>
            </a:fld>
            <a:endParaRPr lang="en-GB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6B39A0-308A-72EF-4EBA-3162A2BC9F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6398" y="982176"/>
            <a:ext cx="1129364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 proven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optimal DC bias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predictable from runtime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live sweeps.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deployment choice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balances accuracy, stability, and auditability; pair with clamps + override. But when paired with MLP will be useful in production.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moves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toward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infrastructure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explicit accountability.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Result</a:t>
            </a:r>
            <a:r>
              <a:rPr lang="en-US" altLang="en-US" sz="2400" dirty="0">
                <a:latin typeface="Arial" panose="020B0604020202020204" pitchFamily="34" charset="0"/>
              </a:rPr>
              <a:t>: gradient boosting attains </a:t>
            </a:r>
            <a:r>
              <a:rPr lang="en-US" altLang="en-US" sz="2400" b="1" dirty="0">
                <a:latin typeface="Arial" panose="020B0604020202020204" pitchFamily="34" charset="0"/>
              </a:rPr>
              <a:t>sub-0.1 V MAE</a:t>
            </a:r>
            <a:r>
              <a:rPr lang="en-US" altLang="en-US" sz="2400" dirty="0">
                <a:latin typeface="Arial" panose="020B0604020202020204" pitchFamily="34" charset="0"/>
              </a:rPr>
              <a:t> with strong R² and when paired with MLP it is suitable for production.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7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046-2220-4DD3-A6FE-A6C2FD64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1782"/>
            <a:ext cx="9905998" cy="64501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Limitation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F69C-A03D-4822-B30C-5269FD0F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1187116"/>
            <a:ext cx="10977176" cy="5249102"/>
          </a:xfrm>
        </p:spPr>
        <p:txBody>
          <a:bodyPr>
            <a:normAutofit/>
          </a:bodyPr>
          <a:lstStyle/>
          <a:p>
            <a:pPr>
              <a:lnSpc>
                <a:spcPts val="2400"/>
              </a:lnSpc>
            </a:pPr>
            <a:r>
              <a:rPr lang="en-US" sz="2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       Future Work</a:t>
            </a:r>
            <a:endParaRPr lang="en-US" sz="2800" dirty="0"/>
          </a:p>
          <a:p>
            <a:r>
              <a:rPr lang="en-US" sz="2400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Multi-User Extensions</a:t>
            </a:r>
            <a:endParaRPr lang="en-US" sz="2400" dirty="0"/>
          </a:p>
          <a:p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Extend methodology to multi-user </a:t>
            </a:r>
            <a:r>
              <a:rPr lang="en-US" sz="24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LiFi</a:t>
            </a:r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cells, integrating optimal DC bias prediction with interference </a:t>
            </a:r>
          </a:p>
          <a:p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Joint Parameter </a:t>
            </a:r>
            <a:r>
              <a:rPr lang="en-US" sz="2400" dirty="0" err="1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Optimisation</a:t>
            </a:r>
            <a:endParaRPr lang="en-US" sz="2400" dirty="0"/>
          </a:p>
          <a:p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Explore joint </a:t>
            </a:r>
            <a:r>
              <a:rPr lang="en-US" sz="24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optimisation</a:t>
            </a:r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clipping thresholds, modulation order, and FEC rates alongside DC bias.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Regulatory Compliance</a:t>
            </a:r>
            <a:endParaRPr lang="en-US" sz="2400" dirty="0"/>
          </a:p>
          <a:p>
            <a:r>
              <a:rPr lang="en-US" sz="2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comprehensive testing for flicker and eye safety, incorporating learned bias control.</a:t>
            </a:r>
            <a:endParaRPr lang="en-US" sz="2400" dirty="0"/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285B-CDA5-43DB-8A61-8C056F7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19</a:t>
            </a:fld>
            <a:endParaRPr lang="en-GB" sz="1400" dirty="0"/>
          </a:p>
        </p:txBody>
      </p:sp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B56976FC-C8A7-5564-7FD3-2990A52F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5" y="11871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14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979F-BE6D-4166-9392-733E1A32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543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GB" sz="6000" b="1" dirty="0"/>
              <a:t>Thanks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4680E-5C71-497F-9DF8-AE533C13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97E8A-5A23-48BD-973E-03076C0F9E16}" type="slidenum">
              <a:rPr lang="en-GB" smtClean="0"/>
              <a:pPr/>
              <a:t>20</a:t>
            </a:fld>
            <a:endParaRPr lang="en-GB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27FB6-7BB8-4644-93F1-9D890905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12" y="1630582"/>
            <a:ext cx="4876800" cy="414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2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6329</TotalTime>
  <Words>618</Words>
  <Application>Microsoft Office PowerPoint</Application>
  <PresentationFormat>Widescreen</PresentationFormat>
  <Paragraphs>130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GT Walsheim Regular</vt:lpstr>
      <vt:lpstr>Microsoft Sans Serif</vt:lpstr>
      <vt:lpstr>Times New Roman</vt:lpstr>
      <vt:lpstr>ui-sans-serif</vt:lpstr>
      <vt:lpstr>Verdana</vt:lpstr>
      <vt:lpstr>Wingdings</vt:lpstr>
      <vt:lpstr>Office Theme</vt:lpstr>
      <vt:lpstr>Optimising DC Bias in DCO-OFDM Lifi Systems Using Machine Learning  </vt:lpstr>
      <vt:lpstr>Today’s Agenda</vt:lpstr>
      <vt:lpstr>Introduction</vt:lpstr>
      <vt:lpstr>Introduction</vt:lpstr>
      <vt:lpstr>Introduction</vt:lpstr>
      <vt:lpstr>Thesis Contribution</vt:lpstr>
      <vt:lpstr>Optisystem Pipeline</vt:lpstr>
      <vt:lpstr>Optisystem Pipeline</vt:lpstr>
      <vt:lpstr>Optisystem Pipeline</vt:lpstr>
      <vt:lpstr>Literature Review</vt:lpstr>
      <vt:lpstr>Problem statement</vt:lpstr>
      <vt:lpstr>Research Objectives</vt:lpstr>
      <vt:lpstr>Proposed Methodology</vt:lpstr>
      <vt:lpstr>Results &amp; Discussions</vt:lpstr>
      <vt:lpstr>Results &amp; Discussions</vt:lpstr>
      <vt:lpstr>Results &amp; Discussions</vt:lpstr>
      <vt:lpstr>Results &amp; Discussions</vt:lpstr>
      <vt:lpstr>Conclusion</vt:lpstr>
      <vt:lpstr>Limitation &amp; Future work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Shahbaz Pervez</dc:creator>
  <cp:lastModifiedBy>Pragatheesh G. Shree</cp:lastModifiedBy>
  <cp:revision>8</cp:revision>
  <dcterms:created xsi:type="dcterms:W3CDTF">2022-02-01T01:46:01Z</dcterms:created>
  <dcterms:modified xsi:type="dcterms:W3CDTF">2025-11-09T23:16:45Z</dcterms:modified>
</cp:coreProperties>
</file>